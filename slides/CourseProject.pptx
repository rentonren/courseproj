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12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10.xml" ContentType="application/vnd.openxmlformats-officedocument.theme+xml"/>
  <Override PartName="/ppt/theme/theme11.xml" ContentType="application/vnd.openxmlformats-officedocument.theme+xml"/>
  <Override PartName="/ppt/theme/theme12.xml" ContentType="application/vnd.openxmlformats-officedocument.theme+xml"/>
  <Override PartName="/ppt/theme/theme13.xml" ContentType="application/vnd.openxmlformats-officedocument.theme+xml"/>
  <Override PartName="/ppt/theme/theme14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1" r:id="rId1"/>
    <p:sldMasterId id="2147483659" r:id="rId2"/>
    <p:sldMasterId id="2147483664" r:id="rId3"/>
    <p:sldMasterId id="2147483697" r:id="rId4"/>
    <p:sldMasterId id="2147483700" r:id="rId5"/>
    <p:sldMasterId id="2147483703" r:id="rId6"/>
    <p:sldMasterId id="2147483706" r:id="rId7"/>
    <p:sldMasterId id="2147483725" r:id="rId8"/>
    <p:sldMasterId id="2147483711" r:id="rId9"/>
    <p:sldMasterId id="2147483720" r:id="rId10"/>
    <p:sldMasterId id="2147483722" r:id="rId11"/>
    <p:sldMasterId id="2147483741" r:id="rId12"/>
  </p:sldMasterIdLst>
  <p:notesMasterIdLst>
    <p:notesMasterId r:id="rId30"/>
  </p:notesMasterIdLst>
  <p:handoutMasterIdLst>
    <p:handoutMasterId r:id="rId31"/>
  </p:handoutMasterIdLst>
  <p:sldIdLst>
    <p:sldId id="256" r:id="rId13"/>
    <p:sldId id="342" r:id="rId36"/>
    <p:sldId id="343" r:id="rId37"/>
    <p:sldId id="344" r:id="rId38"/>
    <p:sldId id="345" r:id="rId39"/>
    <p:sldId id="346" r:id="rId40"/>
    <p:sldId id="347" r:id="rId41"/>
    <p:sldId id="348" r:id="rId42"/>
    <p:sldId id="349" r:id="rId43"/>
    <p:sldId id="350" r:id="rId44"/>
    <p:sldId id="351" r:id="rId45"/>
    <p:sldId id="352" r:id="rId46"/>
    <p:sldId id="353" r:id="rId47"/>
    <p:sldId id="354" r:id="rId48"/>
    <p:sldId id="355" r:id="rId49"/>
    <p:sldId id="356" r:id="rId50"/>
    <p:sldId id="357" r:id="rId51"/>
    <p:sldId id="358" r:id="rId52"/>
    <p:sldId id="359" r:id="rId53"/>
    <p:sldId id="360" r:id="rId54"/>
    <p:sldId id="361" r:id="rId55"/>
    <p:sldId id="362" r:id="rId56"/>
    <p:sldId id="363" r:id="rId57"/>
    <p:sldId id="375" r:id="rId29"/>
    <p:sldId id="370" r:id="rId27"/>
    <p:sldId id="371" r:id="rId26"/>
    <p:sldId id="366" r:id="rId60"/>
    <p:sldId id="376" r:id="rId28"/>
  </p:sldIdLst>
  <p:sldSz cx="9144000" cy="5143500" type="screen16x9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847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4479"/>
    <a:srgbClr val="D7A800"/>
    <a:srgbClr val="D6D6D6"/>
    <a:srgbClr val="AA7900"/>
    <a:srgbClr val="0096FF"/>
    <a:srgbClr val="00AAD6"/>
    <a:srgbClr val="0DD2D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916" autoAdjust="0"/>
    <p:restoredTop sz="95185"/>
  </p:normalViewPr>
  <p:slideViewPr>
    <p:cSldViewPr showGuides="1">
      <p:cViewPr varScale="1">
        <p:scale>
          <a:sx n="148" d="100"/>
          <a:sy n="148" d="100"/>
        </p:scale>
        <p:origin x="816" y="184"/>
      </p:cViewPr>
      <p:guideLst>
        <p:guide orient="horz" pos="1847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howGuides="1">
      <p:cViewPr varScale="1">
        <p:scale>
          <a:sx n="141" d="100"/>
          <a:sy n="141" d="100"/>
        </p:scale>
        <p:origin x="4112" y="208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Master" Target="slideMasters/slideMaster3.xml"/><Relationship Id="rId4" Type="http://schemas.openxmlformats.org/officeDocument/2006/relationships/slideMaster" Target="slideMasters/slideMaster4.xml"/><Relationship Id="rId5" Type="http://schemas.openxmlformats.org/officeDocument/2006/relationships/slideMaster" Target="slideMasters/slideMaster5.xml"/><Relationship Id="rId6" Type="http://schemas.openxmlformats.org/officeDocument/2006/relationships/slideMaster" Target="slideMasters/slideMaster6.xml"/><Relationship Id="rId7" Type="http://schemas.openxmlformats.org/officeDocument/2006/relationships/slideMaster" Target="slideMasters/slideMaster7.xml"/><Relationship Id="rId8" Type="http://schemas.openxmlformats.org/officeDocument/2006/relationships/slideMaster" Target="slideMasters/slideMaster8.xml"/><Relationship Id="rId9" Type="http://schemas.openxmlformats.org/officeDocument/2006/relationships/slideMaster" Target="slideMasters/slideMaster9.xml"/><Relationship Id="rId10" Type="http://schemas.openxmlformats.org/officeDocument/2006/relationships/slideMaster" Target="slideMasters/slideMaster10.xml"/><Relationship Id="rId11" Type="http://schemas.openxmlformats.org/officeDocument/2006/relationships/slideMaster" Target="slideMasters/slideMaster11.xml"/><Relationship Id="rId12" Type="http://schemas.openxmlformats.org/officeDocument/2006/relationships/slideMaster" Target="slideMasters/slideMaster12.xml"/><Relationship Id="rId13" Type="http://schemas.openxmlformats.org/officeDocument/2006/relationships/slide" Target="slides/slide1.xml"/><Relationship Id="rId26" Type="http://schemas.openxmlformats.org/officeDocument/2006/relationships/slide" Target="slides/slide26.xml"/><Relationship Id="rId27" Type="http://schemas.openxmlformats.org/officeDocument/2006/relationships/slide" Target="slides/slide25.xml"/><Relationship Id="rId28" Type="http://schemas.openxmlformats.org/officeDocument/2006/relationships/slide" Target="slides/slide29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handoutMaster" Target="handoutMasters/handout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Relationship Id="rId36" Type="http://schemas.openxmlformats.org/officeDocument/2006/relationships/slide" Target="slides/slide2.xml"/><Relationship Id="rId37" Type="http://schemas.openxmlformats.org/officeDocument/2006/relationships/slide" Target="slides/slide3.xml"/><Relationship Id="rId38" Type="http://schemas.openxmlformats.org/officeDocument/2006/relationships/slide" Target="slides/slide4.xml"/><Relationship Id="rId39" Type="http://schemas.openxmlformats.org/officeDocument/2006/relationships/slide" Target="slides/slide5.xml"/><Relationship Id="rId40" Type="http://schemas.openxmlformats.org/officeDocument/2006/relationships/slide" Target="slides/slide6.xml"/><Relationship Id="rId41" Type="http://schemas.openxmlformats.org/officeDocument/2006/relationships/slide" Target="slides/slide7.xml"/><Relationship Id="rId42" Type="http://schemas.openxmlformats.org/officeDocument/2006/relationships/slide" Target="slides/slide8.xml"/><Relationship Id="rId43" Type="http://schemas.openxmlformats.org/officeDocument/2006/relationships/slide" Target="slides/slide9.xml"/><Relationship Id="rId44" Type="http://schemas.openxmlformats.org/officeDocument/2006/relationships/slide" Target="slides/slide10.xml"/><Relationship Id="rId45" Type="http://schemas.openxmlformats.org/officeDocument/2006/relationships/slide" Target="slides/slide11.xml"/><Relationship Id="rId46" Type="http://schemas.openxmlformats.org/officeDocument/2006/relationships/slide" Target="slides/slide12.xml"/><Relationship Id="rId47" Type="http://schemas.openxmlformats.org/officeDocument/2006/relationships/slide" Target="slides/slide13.xml"/><Relationship Id="rId48" Type="http://schemas.openxmlformats.org/officeDocument/2006/relationships/slide" Target="slides/slide14.xml"/><Relationship Id="rId49" Type="http://schemas.openxmlformats.org/officeDocument/2006/relationships/slide" Target="slides/slide15.xml"/><Relationship Id="rId50" Type="http://schemas.openxmlformats.org/officeDocument/2006/relationships/slide" Target="slides/slide16.xml"/><Relationship Id="rId51" Type="http://schemas.openxmlformats.org/officeDocument/2006/relationships/slide" Target="slides/slide17.xml"/><Relationship Id="rId52" Type="http://schemas.openxmlformats.org/officeDocument/2006/relationships/slide" Target="slides/slide18.xml"/><Relationship Id="rId53" Type="http://schemas.openxmlformats.org/officeDocument/2006/relationships/slide" Target="slides/slide19.xml"/><Relationship Id="rId54" Type="http://schemas.openxmlformats.org/officeDocument/2006/relationships/slide" Target="slides/slide20.xml"/><Relationship Id="rId55" Type="http://schemas.openxmlformats.org/officeDocument/2006/relationships/slide" Target="slides/slide21.xml"/><Relationship Id="rId56" Type="http://schemas.openxmlformats.org/officeDocument/2006/relationships/slide" Target="slides/slide22.xml"/><Relationship Id="rId57" Type="http://schemas.openxmlformats.org/officeDocument/2006/relationships/slide" Target="slides/slide23.xml"/><Relationship Id="rId60" Type="http://schemas.openxmlformats.org/officeDocument/2006/relationships/slide" Target="slides/slide27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5E1E857-FA80-42FD-B162-41B2A2E1E1C0}" type="datetimeFigureOut">
              <a:rPr lang="ko-KR" altLang="en-US" smtClean="0"/>
              <a:t>2020. 5. 5.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645F6BE-D3C4-49DD-B713-542D433C8B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2500823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A03F161-EA16-4540-AD6C-54BDB9687A6A}" type="datetimeFigureOut">
              <a:rPr lang="ko-KR" altLang="en-US" smtClean="0"/>
              <a:t>2020. 5. 5.</a:t>
            </a:fld>
            <a:endParaRPr lang="ko-KR" alt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BAAE9C2-5881-4A10-94B1-2302DB8795F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033597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BAAE9C2-5881-4A10-94B1-2302DB8795F8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53962570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openxmlformats.org/officeDocument/2006/relationships/image" Target="../media/image3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Relationship Id="rId3" Type="http://schemas.openxmlformats.org/officeDocument/2006/relationships/image" Target="../media/image3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jpg"/><Relationship Id="rId3" Type="http://schemas.openxmlformats.org/officeDocument/2006/relationships/image" Target="../media/image2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Relationship Id="rId2" Type="http://schemas.openxmlformats.org/officeDocument/2006/relationships/image" Target="../media/image11.jpg"/><Relationship Id="rId3" Type="http://schemas.openxmlformats.org/officeDocument/2006/relationships/image" Target="../media/image12.emf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Relationship Id="rId2" Type="http://schemas.openxmlformats.org/officeDocument/2006/relationships/image" Target="../media/image13.jpg"/><Relationship Id="rId3" Type="http://schemas.openxmlformats.org/officeDocument/2006/relationships/image" Target="../media/image12.emf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Relationship Id="rId2" Type="http://schemas.openxmlformats.org/officeDocument/2006/relationships/image" Target="../media/image14.jpg"/><Relationship Id="rId3" Type="http://schemas.openxmlformats.org/officeDocument/2006/relationships/image" Target="../media/image12.emf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Relationship Id="rId2" Type="http://schemas.openxmlformats.org/officeDocument/2006/relationships/image" Target="../media/image15.jpg"/><Relationship Id="rId3" Type="http://schemas.openxmlformats.org/officeDocument/2006/relationships/image" Target="../media/image12.emf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Relationship Id="rId2" Type="http://schemas.openxmlformats.org/officeDocument/2006/relationships/image" Target="../media/image16.jpg"/><Relationship Id="rId3" Type="http://schemas.openxmlformats.org/officeDocument/2006/relationships/image" Target="../media/image12.emf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Relationship Id="rId2" Type="http://schemas.openxmlformats.org/officeDocument/2006/relationships/image" Target="../media/image17.jpg"/><Relationship Id="rId3" Type="http://schemas.openxmlformats.org/officeDocument/2006/relationships/image" Target="../media/image12.emf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Relationship Id="rId2" Type="http://schemas.openxmlformats.org/officeDocument/2006/relationships/image" Target="../media/image18.jpeg"/><Relationship Id="rId3" Type="http://schemas.openxmlformats.org/officeDocument/2006/relationships/image" Target="../media/image12.emf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Relationship Id="rId2" Type="http://schemas.openxmlformats.org/officeDocument/2006/relationships/image" Target="../media/image19.jpg"/><Relationship Id="rId3" Type="http://schemas.openxmlformats.org/officeDocument/2006/relationships/image" Target="../media/image12.emf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Relationship Id="rId2" Type="http://schemas.openxmlformats.org/officeDocument/2006/relationships/image" Target="../media/image20.jpg"/><Relationship Id="rId3" Type="http://schemas.openxmlformats.org/officeDocument/2006/relationships/image" Target="../media/image12.emf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Relationship Id="rId2" Type="http://schemas.openxmlformats.org/officeDocument/2006/relationships/image" Target="../media/image13.jpg"/><Relationship Id="rId3" Type="http://schemas.openxmlformats.org/officeDocument/2006/relationships/image" Target="../media/image12.emf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Relationship Id="rId2" Type="http://schemas.openxmlformats.org/officeDocument/2006/relationships/image" Target="../media/image21.jpg"/><Relationship Id="rId3" Type="http://schemas.openxmlformats.org/officeDocument/2006/relationships/image" Target="../media/image12.emf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Relationship Id="rId2" Type="http://schemas.openxmlformats.org/officeDocument/2006/relationships/image" Target="../media/image22.jpeg"/><Relationship Id="rId3" Type="http://schemas.openxmlformats.org/officeDocument/2006/relationships/image" Target="../media/image12.emf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Relationship Id="rId2" Type="http://schemas.openxmlformats.org/officeDocument/2006/relationships/image" Target="../media/image23.jpeg"/><Relationship Id="rId3" Type="http://schemas.openxmlformats.org/officeDocument/2006/relationships/image" Target="../media/image12.emf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Relationship Id="rId2" Type="http://schemas.openxmlformats.org/officeDocument/2006/relationships/image" Target="../media/image12.emf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Relationship Id="rId2" Type="http://schemas.openxmlformats.org/officeDocument/2006/relationships/image" Target="../media/image11.jpg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Relationship Id="rId2" Type="http://schemas.openxmlformats.org/officeDocument/2006/relationships/image" Target="../media/image24.jpg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Relationship Id="rId2" Type="http://schemas.openxmlformats.org/officeDocument/2006/relationships/image" Target="../media/image25.jpeg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crowd of people in a room&#10;&#10;Description automatically generated">
            <a:extLst>
              <a:ext uri="{FF2B5EF4-FFF2-40B4-BE49-F238E27FC236}">
                <a16:creationId xmlns:a16="http://schemas.microsoft.com/office/drawing/2014/main" id="{B1B0CE4E-6285-924C-9736-9FE7C2C63C6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633" b="16539"/>
          <a:stretch/>
        </p:blipFill>
        <p:spPr>
          <a:xfrm>
            <a:off x="0" y="0"/>
            <a:ext cx="9143998" cy="4011910"/>
          </a:xfrm>
          <a:prstGeom prst="rect">
            <a:avLst/>
          </a:prstGeom>
        </p:spPr>
      </p:pic>
      <p:sp>
        <p:nvSpPr>
          <p:cNvPr id="5" name="Text Placeholder 9">
            <a:extLst>
              <a:ext uri="{FF2B5EF4-FFF2-40B4-BE49-F238E27FC236}">
                <a16:creationId xmlns:a16="http://schemas.microsoft.com/office/drawing/2014/main" id="{AC64DFBE-D021-44BF-84ED-0689DA97925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0" y="4563555"/>
            <a:ext cx="9143999" cy="432000"/>
          </a:xfrm>
          <a:prstGeom prst="rect">
            <a:avLst/>
          </a:prstGeom>
        </p:spPr>
        <p:txBody>
          <a:bodyPr lIns="108000" anchor="ctr"/>
          <a:lstStyle>
            <a:lvl1pPr marL="0" indent="0" algn="ctr">
              <a:buNone/>
              <a:defRPr sz="1200" b="1" i="0" baseline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Muli" panose="02000503040000020004" pitchFamily="2" charset="0"/>
                <a:cs typeface="Arial" pitchFamily="34" charset="0"/>
              </a:defRPr>
            </a:lvl1pPr>
          </a:lstStyle>
          <a:p>
            <a:r>
              <a:rPr lang="en-US" dirty="0"/>
              <a:t>Sub-title description</a:t>
            </a:r>
          </a:p>
        </p:txBody>
      </p:sp>
      <p:sp>
        <p:nvSpPr>
          <p:cNvPr id="9" name="제목 1">
            <a:extLst>
              <a:ext uri="{FF2B5EF4-FFF2-40B4-BE49-F238E27FC236}">
                <a16:creationId xmlns:a16="http://schemas.microsoft.com/office/drawing/2014/main" id="{68088BE3-25C4-4317-8E12-7D1A9D0903F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4011910"/>
            <a:ext cx="9143998" cy="540000"/>
          </a:xfrm>
          <a:prstGeom prst="rect">
            <a:avLst/>
          </a:prstGeom>
        </p:spPr>
        <p:txBody>
          <a:bodyPr anchor="ctr">
            <a:noAutofit/>
          </a:bodyPr>
          <a:lstStyle>
            <a:lvl1pPr algn="ctr">
              <a:defRPr sz="3600" b="1" i="0" baseline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Muli ExtraBold" panose="02000503040000020004" pitchFamily="2" charset="0"/>
                <a:cs typeface="Arial" pitchFamily="34" charset="0"/>
              </a:defRPr>
            </a:lvl1pPr>
          </a:lstStyle>
          <a:p>
            <a:r>
              <a:rPr lang="en-US" dirty="0"/>
              <a:t>PRESENTATION TITLE</a:t>
            </a:r>
            <a:endParaRPr lang="ko-KR" alt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36DA6C4-A7B4-1943-A96C-7E2CA31D8300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1520" y="195486"/>
            <a:ext cx="1440160" cy="3480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764169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 userDrawn="1"/>
        </p:nvSpPr>
        <p:spPr>
          <a:xfrm>
            <a:off x="-1" y="3003550"/>
            <a:ext cx="9144001" cy="2139950"/>
          </a:xfrm>
          <a:prstGeom prst="rect">
            <a:avLst/>
          </a:prstGeom>
          <a:solidFill>
            <a:srgbClr val="00447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" name="Picture Placeholder 2"/>
          <p:cNvSpPr>
            <a:spLocks noGrp="1"/>
          </p:cNvSpPr>
          <p:nvPr>
            <p:ph type="pic" idx="1" hasCustomPrompt="1"/>
          </p:nvPr>
        </p:nvSpPr>
        <p:spPr>
          <a:xfrm>
            <a:off x="755576" y="2157550"/>
            <a:ext cx="1692000" cy="1692000"/>
          </a:xfrm>
          <a:prstGeom prst="ellipse">
            <a:avLst/>
          </a:prstGeom>
          <a:solidFill>
            <a:schemeClr val="bg1">
              <a:lumMod val="95000"/>
            </a:schemeClr>
          </a:solidFill>
          <a:ln w="50800">
            <a:solidFill>
              <a:srgbClr val="004479"/>
            </a:solidFill>
          </a:ln>
        </p:spPr>
        <p:txBody>
          <a:bodyPr anchor="ctr"/>
          <a:lstStyle>
            <a:lvl1pPr marL="0" indent="0" algn="ctr">
              <a:buNone/>
              <a:defRPr sz="1200" baseline="0"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  <p:sp>
        <p:nvSpPr>
          <p:cNvPr id="5" name="Title 1"/>
          <p:cNvSpPr>
            <a:spLocks noGrp="1"/>
          </p:cNvSpPr>
          <p:nvPr>
            <p:ph type="title" hasCustomPrompt="1"/>
          </p:nvPr>
        </p:nvSpPr>
        <p:spPr>
          <a:xfrm>
            <a:off x="0" y="51471"/>
            <a:ext cx="9144000" cy="648071"/>
          </a:xfrm>
          <a:prstGeom prst="rect">
            <a:avLst/>
          </a:prstGeom>
        </p:spPr>
        <p:txBody>
          <a:bodyPr anchor="ctr"/>
          <a:lstStyle>
            <a:lvl1pPr algn="ctr">
              <a:defRPr sz="3600" b="1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cs typeface="Arial" pitchFamily="34" charset="0"/>
              </a:defRPr>
            </a:lvl1pPr>
          </a:lstStyle>
          <a:p>
            <a:r>
              <a:rPr lang="en-US" altLang="ko-KR" dirty="0"/>
              <a:t> Free PPT _ Click to add title</a:t>
            </a:r>
            <a:endParaRPr lang="ko-KR" altLang="en-US" dirty="0"/>
          </a:p>
        </p:txBody>
      </p:sp>
      <p:sp>
        <p:nvSpPr>
          <p:cNvPr id="6" name="Text Placeholder 9">
            <a:extLst>
              <a:ext uri="{FF2B5EF4-FFF2-40B4-BE49-F238E27FC236}">
                <a16:creationId xmlns:a16="http://schemas.microsoft.com/office/drawing/2014/main" id="{AAFCF31D-C6CE-4C4C-AE5A-2A4429FEF27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-1" y="699566"/>
            <a:ext cx="9143999" cy="216000"/>
          </a:xfrm>
          <a:prstGeom prst="rect">
            <a:avLst/>
          </a:prstGeom>
        </p:spPr>
        <p:txBody>
          <a:bodyPr lIns="108000" anchor="ctr"/>
          <a:lstStyle>
            <a:lvl1pPr marL="0" indent="0" algn="ctr">
              <a:buNone/>
              <a:defRPr sz="1200" b="0" baseline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n-lt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This text con be replaced with your own text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112511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79566664-172B-E545-9B8D-8AF7E379AC60}"/>
              </a:ext>
            </a:extLst>
          </p:cNvPr>
          <p:cNvSpPr/>
          <p:nvPr userDrawn="1"/>
        </p:nvSpPr>
        <p:spPr>
          <a:xfrm>
            <a:off x="1" y="0"/>
            <a:ext cx="9108504" cy="864000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94000"/>
                </a:schemeClr>
              </a:gs>
              <a:gs pos="100000">
                <a:schemeClr val="bg1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36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F39A35E1-5DE3-3D4E-A726-485BB6AD30A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25735"/>
            <a:ext cx="9144000" cy="776530"/>
          </a:xfrm>
          <a:prstGeom prst="rect">
            <a:avLst/>
          </a:prstGeom>
        </p:spPr>
        <p:txBody>
          <a:bodyPr anchor="ctr"/>
          <a:lstStyle>
            <a:lvl1pPr algn="l">
              <a:defRPr sz="3600" b="1" i="0" baseline="0">
                <a:solidFill>
                  <a:schemeClr val="tx1">
                    <a:lumMod val="75000"/>
                    <a:lumOff val="25000"/>
                  </a:schemeClr>
                </a:solidFill>
                <a:latin typeface="Muli ExtraBold" panose="02000503040000020004" pitchFamily="2" charset="0"/>
                <a:cs typeface="Arial" pitchFamily="34" charset="0"/>
              </a:defRPr>
            </a:lvl1pPr>
          </a:lstStyle>
          <a:p>
            <a:r>
              <a:rPr lang="en-US" altLang="ko-KR" dirty="0"/>
              <a:t> Free PPT _ Click to add title</a:t>
            </a:r>
            <a:endParaRPr lang="ko-KR" alt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A553F90-4249-1D4E-90B4-616FA522849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32440" y="123478"/>
            <a:ext cx="454696" cy="6480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805455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 userDrawn="1"/>
        </p:nvSpPr>
        <p:spPr>
          <a:xfrm>
            <a:off x="1" y="0"/>
            <a:ext cx="9108504" cy="864000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94000"/>
                </a:schemeClr>
              </a:gs>
              <a:gs pos="100000">
                <a:schemeClr val="bg1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36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10" name="Title 1"/>
          <p:cNvSpPr>
            <a:spLocks noGrp="1"/>
          </p:cNvSpPr>
          <p:nvPr>
            <p:ph type="title" hasCustomPrompt="1"/>
          </p:nvPr>
        </p:nvSpPr>
        <p:spPr>
          <a:xfrm>
            <a:off x="0" y="25735"/>
            <a:ext cx="9144000" cy="776530"/>
          </a:xfrm>
          <a:prstGeom prst="rect">
            <a:avLst/>
          </a:prstGeom>
        </p:spPr>
        <p:txBody>
          <a:bodyPr anchor="ctr"/>
          <a:lstStyle>
            <a:lvl1pPr algn="l">
              <a:defRPr sz="3600" b="1" i="0" baseline="0">
                <a:solidFill>
                  <a:schemeClr val="tx1">
                    <a:lumMod val="75000"/>
                    <a:lumOff val="25000"/>
                  </a:schemeClr>
                </a:solidFill>
                <a:latin typeface="Muli ExtraBold" panose="02000503040000020004" pitchFamily="2" charset="0"/>
                <a:cs typeface="Arial" pitchFamily="34" charset="0"/>
              </a:defRPr>
            </a:lvl1pPr>
          </a:lstStyle>
          <a:p>
            <a:r>
              <a:rPr lang="en-US" altLang="ko-KR" dirty="0"/>
              <a:t> Free PPT _ Click to add title</a:t>
            </a:r>
            <a:endParaRPr lang="ko-KR" alt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65BFAAE-CBCE-7C4A-8BF2-85DCB841484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32440" y="123478"/>
            <a:ext cx="454696" cy="6480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76912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 userDrawn="1"/>
        </p:nvSpPr>
        <p:spPr>
          <a:xfrm>
            <a:off x="0" y="0"/>
            <a:ext cx="1619671" cy="5143500"/>
          </a:xfrm>
          <a:prstGeom prst="rect">
            <a:avLst/>
          </a:prstGeom>
          <a:gradFill>
            <a:gsLst>
              <a:gs pos="42000">
                <a:srgbClr val="F6F6F6">
                  <a:lumMod val="97000"/>
                </a:srgbClr>
              </a:gs>
              <a:gs pos="0">
                <a:schemeClr val="bg1">
                  <a:lumMod val="92000"/>
                </a:schemeClr>
              </a:gs>
              <a:gs pos="100000">
                <a:schemeClr val="bg1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Title 1"/>
          <p:cNvSpPr>
            <a:spLocks noGrp="1"/>
          </p:cNvSpPr>
          <p:nvPr>
            <p:ph type="title" hasCustomPrompt="1"/>
          </p:nvPr>
        </p:nvSpPr>
        <p:spPr>
          <a:xfrm>
            <a:off x="1584000" y="25735"/>
            <a:ext cx="7560000" cy="776530"/>
          </a:xfrm>
          <a:prstGeom prst="rect">
            <a:avLst/>
          </a:prstGeom>
        </p:spPr>
        <p:txBody>
          <a:bodyPr anchor="ctr"/>
          <a:lstStyle>
            <a:lvl1pPr algn="l">
              <a:defRPr sz="3600" b="1" i="0">
                <a:solidFill>
                  <a:schemeClr val="tx1">
                    <a:lumMod val="75000"/>
                    <a:lumOff val="25000"/>
                  </a:schemeClr>
                </a:solidFill>
                <a:latin typeface="Muli" panose="02000503040000020004" pitchFamily="2" charset="0"/>
                <a:cs typeface="Arial" pitchFamily="34" charset="0"/>
              </a:defRPr>
            </a:lvl1pPr>
          </a:lstStyle>
          <a:p>
            <a:r>
              <a:rPr lang="en-US" altLang="ko-KR" dirty="0"/>
              <a:t>Free PPT _ Click to add title</a:t>
            </a:r>
            <a:endParaRPr lang="ko-KR" altLang="en-US" dirty="0"/>
          </a:p>
        </p:txBody>
      </p:sp>
      <p:cxnSp>
        <p:nvCxnSpPr>
          <p:cNvPr id="9" name="Straight Arrow Connector 8"/>
          <p:cNvCxnSpPr/>
          <p:nvPr userDrawn="1"/>
        </p:nvCxnSpPr>
        <p:spPr>
          <a:xfrm>
            <a:off x="711746" y="4940462"/>
            <a:ext cx="8432254" cy="0"/>
          </a:xfrm>
          <a:prstGeom prst="straightConnector1">
            <a:avLst/>
          </a:prstGeom>
          <a:ln w="12700">
            <a:solidFill>
              <a:schemeClr val="tx2">
                <a:lumMod val="75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Picture 5">
            <a:extLst>
              <a:ext uri="{FF2B5EF4-FFF2-40B4-BE49-F238E27FC236}">
                <a16:creationId xmlns:a16="http://schemas.microsoft.com/office/drawing/2014/main" id="{F5A9E0C0-02B8-3844-88E5-BDBFF093830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6209" y="3853173"/>
            <a:ext cx="771074" cy="1099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21411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2"/>
          <p:cNvSpPr>
            <a:spLocks noGrp="1"/>
          </p:cNvSpPr>
          <p:nvPr>
            <p:ph type="pic" idx="1" hasCustomPrompt="1"/>
          </p:nvPr>
        </p:nvSpPr>
        <p:spPr>
          <a:xfrm>
            <a:off x="3776326" y="1262118"/>
            <a:ext cx="1584176" cy="1980000"/>
          </a:xfrm>
          <a:prstGeom prst="rect">
            <a:avLst/>
          </a:prstGeom>
          <a:solidFill>
            <a:schemeClr val="bg1">
              <a:lumMod val="95000"/>
            </a:schemeClr>
          </a:solidFill>
          <a:ln w="50800">
            <a:solidFill>
              <a:srgbClr val="004479"/>
            </a:solidFill>
          </a:ln>
        </p:spPr>
        <p:txBody>
          <a:bodyPr anchor="ctr"/>
          <a:lstStyle>
            <a:lvl1pPr marL="0" indent="0" algn="ctr">
              <a:buNone/>
              <a:defRPr sz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  <p:sp>
        <p:nvSpPr>
          <p:cNvPr id="6" name="Rectangle 5"/>
          <p:cNvSpPr/>
          <p:nvPr userDrawn="1"/>
        </p:nvSpPr>
        <p:spPr>
          <a:xfrm>
            <a:off x="1" y="0"/>
            <a:ext cx="9108504" cy="828000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94000"/>
                </a:schemeClr>
              </a:gs>
              <a:gs pos="100000">
                <a:schemeClr val="bg1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3600" b="1" dirty="0">
              <a:solidFill>
                <a:schemeClr val="tx1">
                  <a:lumMod val="75000"/>
                  <a:lumOff val="25000"/>
                </a:schemeClr>
              </a:solidFill>
              <a:latin typeface="+mj-lt"/>
              <a:cs typeface="Arial" pitchFamily="34" charset="0"/>
            </a:endParaRPr>
          </a:p>
        </p:txBody>
      </p:sp>
      <p:sp>
        <p:nvSpPr>
          <p:cNvPr id="7" name="Title 1"/>
          <p:cNvSpPr>
            <a:spLocks noGrp="1"/>
          </p:cNvSpPr>
          <p:nvPr>
            <p:ph type="title" hasCustomPrompt="1"/>
          </p:nvPr>
        </p:nvSpPr>
        <p:spPr>
          <a:xfrm>
            <a:off x="0" y="25735"/>
            <a:ext cx="9144000" cy="776530"/>
          </a:xfrm>
          <a:prstGeom prst="rect">
            <a:avLst/>
          </a:prstGeom>
        </p:spPr>
        <p:txBody>
          <a:bodyPr anchor="ctr"/>
          <a:lstStyle>
            <a:lvl1pPr algn="l">
              <a:defRPr sz="3600" b="1" i="0" baseline="0">
                <a:solidFill>
                  <a:schemeClr val="tx1">
                    <a:lumMod val="75000"/>
                    <a:lumOff val="25000"/>
                  </a:schemeClr>
                </a:solidFill>
                <a:latin typeface="Muli" panose="02000503040000020004" pitchFamily="2" charset="0"/>
                <a:cs typeface="Arial" pitchFamily="34" charset="0"/>
              </a:defRPr>
            </a:lvl1pPr>
          </a:lstStyle>
          <a:p>
            <a:r>
              <a:rPr lang="en-US" altLang="ko-KR" dirty="0"/>
              <a:t> Free PPT _ Click to add title</a:t>
            </a:r>
            <a:endParaRPr lang="ko-KR" altLang="en-US" dirty="0"/>
          </a:p>
        </p:txBody>
      </p:sp>
      <p:sp>
        <p:nvSpPr>
          <p:cNvPr id="9" name="Picture Placeholder 2"/>
          <p:cNvSpPr>
            <a:spLocks noGrp="1"/>
          </p:cNvSpPr>
          <p:nvPr>
            <p:ph type="pic" idx="10" hasCustomPrompt="1"/>
          </p:nvPr>
        </p:nvSpPr>
        <p:spPr>
          <a:xfrm>
            <a:off x="2179884" y="1352118"/>
            <a:ext cx="1440160" cy="1800000"/>
          </a:xfrm>
          <a:prstGeom prst="rect">
            <a:avLst/>
          </a:prstGeom>
          <a:solidFill>
            <a:schemeClr val="bg1">
              <a:lumMod val="95000"/>
            </a:schemeClr>
          </a:solidFill>
          <a:ln w="50800">
            <a:solidFill>
              <a:srgbClr val="004479"/>
            </a:solidFill>
          </a:ln>
        </p:spPr>
        <p:txBody>
          <a:bodyPr anchor="ctr"/>
          <a:lstStyle>
            <a:lvl1pPr marL="0" indent="0" algn="ctr">
              <a:buNone/>
              <a:defRPr sz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  <p:sp>
        <p:nvSpPr>
          <p:cNvPr id="10" name="Picture Placeholder 2"/>
          <p:cNvSpPr>
            <a:spLocks noGrp="1"/>
          </p:cNvSpPr>
          <p:nvPr>
            <p:ph type="pic" idx="11" hasCustomPrompt="1"/>
          </p:nvPr>
        </p:nvSpPr>
        <p:spPr>
          <a:xfrm>
            <a:off x="723433" y="1437715"/>
            <a:ext cx="1296144" cy="1619999"/>
          </a:xfrm>
          <a:prstGeom prst="rect">
            <a:avLst/>
          </a:prstGeom>
          <a:solidFill>
            <a:schemeClr val="bg1">
              <a:lumMod val="95000"/>
            </a:schemeClr>
          </a:solidFill>
          <a:ln w="50800">
            <a:solidFill>
              <a:srgbClr val="004479"/>
            </a:solidFill>
          </a:ln>
        </p:spPr>
        <p:txBody>
          <a:bodyPr anchor="ctr"/>
          <a:lstStyle>
            <a:lvl1pPr marL="0" indent="0" algn="ctr">
              <a:buNone/>
              <a:defRPr sz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  <p:sp>
        <p:nvSpPr>
          <p:cNvPr id="11" name="Picture Placeholder 2"/>
          <p:cNvSpPr>
            <a:spLocks noGrp="1"/>
          </p:cNvSpPr>
          <p:nvPr>
            <p:ph type="pic" idx="12" hasCustomPrompt="1"/>
          </p:nvPr>
        </p:nvSpPr>
        <p:spPr>
          <a:xfrm>
            <a:off x="5516784" y="1352118"/>
            <a:ext cx="1440160" cy="1800000"/>
          </a:xfrm>
          <a:prstGeom prst="rect">
            <a:avLst/>
          </a:prstGeom>
          <a:solidFill>
            <a:schemeClr val="bg1">
              <a:lumMod val="95000"/>
            </a:schemeClr>
          </a:solidFill>
          <a:ln w="50800">
            <a:solidFill>
              <a:srgbClr val="004479"/>
            </a:solidFill>
          </a:ln>
        </p:spPr>
        <p:txBody>
          <a:bodyPr anchor="ctr"/>
          <a:lstStyle>
            <a:lvl1pPr marL="0" indent="0" algn="ctr">
              <a:buNone/>
              <a:defRPr sz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  <p:sp>
        <p:nvSpPr>
          <p:cNvPr id="13" name="Picture Placeholder 2"/>
          <p:cNvSpPr>
            <a:spLocks noGrp="1"/>
          </p:cNvSpPr>
          <p:nvPr>
            <p:ph type="pic" idx="13" hasCustomPrompt="1"/>
          </p:nvPr>
        </p:nvSpPr>
        <p:spPr>
          <a:xfrm>
            <a:off x="7113226" y="1442119"/>
            <a:ext cx="1296144" cy="1619999"/>
          </a:xfrm>
          <a:prstGeom prst="rect">
            <a:avLst/>
          </a:prstGeom>
          <a:solidFill>
            <a:schemeClr val="bg1">
              <a:lumMod val="95000"/>
            </a:schemeClr>
          </a:solidFill>
          <a:ln w="50800">
            <a:solidFill>
              <a:srgbClr val="004479"/>
            </a:solidFill>
          </a:ln>
        </p:spPr>
        <p:txBody>
          <a:bodyPr anchor="ctr"/>
          <a:lstStyle>
            <a:lvl1pPr marL="0" indent="0" algn="ctr">
              <a:buNone/>
              <a:defRPr sz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118D9C76-6752-A14B-B8F2-B31FF121D2E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32440" y="123478"/>
            <a:ext cx="454696" cy="6480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76749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2"/>
          <p:cNvSpPr>
            <a:spLocks noGrp="1"/>
          </p:cNvSpPr>
          <p:nvPr>
            <p:ph type="pic" idx="1" hasCustomPrompt="1"/>
          </p:nvPr>
        </p:nvSpPr>
        <p:spPr>
          <a:xfrm>
            <a:off x="180000" y="179550"/>
            <a:ext cx="8784000" cy="47844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8384411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 userDrawn="1"/>
        </p:nvSpPr>
        <p:spPr>
          <a:xfrm>
            <a:off x="720000" y="442505"/>
            <a:ext cx="7704000" cy="4281359"/>
          </a:xfrm>
          <a:prstGeom prst="rect">
            <a:avLst/>
          </a:prstGeom>
          <a:solidFill>
            <a:srgbClr val="00447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Picture Placeholder 2"/>
          <p:cNvSpPr>
            <a:spLocks noGrp="1"/>
          </p:cNvSpPr>
          <p:nvPr>
            <p:ph type="pic" idx="1" hasCustomPrompt="1"/>
          </p:nvPr>
        </p:nvSpPr>
        <p:spPr>
          <a:xfrm>
            <a:off x="3275856" y="0"/>
            <a:ext cx="2592288" cy="51435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2423025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1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0080" y="1635646"/>
            <a:ext cx="4217146" cy="2310733"/>
          </a:xfrm>
          <a:prstGeom prst="rect">
            <a:avLst/>
          </a:prstGeom>
        </p:spPr>
      </p:pic>
      <p:sp>
        <p:nvSpPr>
          <p:cNvPr id="9" name="Picture Placeholder 2"/>
          <p:cNvSpPr>
            <a:spLocks noGrp="1"/>
          </p:cNvSpPr>
          <p:nvPr>
            <p:ph type="pic" idx="1" hasCustomPrompt="1"/>
          </p:nvPr>
        </p:nvSpPr>
        <p:spPr>
          <a:xfrm>
            <a:off x="1357764" y="1731146"/>
            <a:ext cx="2952328" cy="1905739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  <p:sp>
        <p:nvSpPr>
          <p:cNvPr id="10" name="Rectangle 9"/>
          <p:cNvSpPr/>
          <p:nvPr userDrawn="1"/>
        </p:nvSpPr>
        <p:spPr>
          <a:xfrm>
            <a:off x="1" y="0"/>
            <a:ext cx="9108504" cy="864000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94000"/>
                </a:schemeClr>
              </a:gs>
              <a:gs pos="100000">
                <a:schemeClr val="bg1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36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11" name="Title 1"/>
          <p:cNvSpPr>
            <a:spLocks noGrp="1"/>
          </p:cNvSpPr>
          <p:nvPr>
            <p:ph type="title" hasCustomPrompt="1"/>
          </p:nvPr>
        </p:nvSpPr>
        <p:spPr>
          <a:xfrm>
            <a:off x="0" y="25735"/>
            <a:ext cx="9144000" cy="776530"/>
          </a:xfrm>
          <a:prstGeom prst="rect">
            <a:avLst/>
          </a:prstGeom>
        </p:spPr>
        <p:txBody>
          <a:bodyPr anchor="ctr"/>
          <a:lstStyle>
            <a:lvl1pPr algn="l">
              <a:defRPr sz="3600" b="1" i="0" baseline="0">
                <a:solidFill>
                  <a:schemeClr val="tx1">
                    <a:lumMod val="75000"/>
                    <a:lumOff val="25000"/>
                  </a:schemeClr>
                </a:solidFill>
                <a:latin typeface="Muli" panose="02000503040000020004" pitchFamily="2" charset="0"/>
                <a:cs typeface="Arial" pitchFamily="34" charset="0"/>
              </a:defRPr>
            </a:lvl1pPr>
          </a:lstStyle>
          <a:p>
            <a:r>
              <a:rPr lang="en-US" altLang="ko-KR" dirty="0"/>
              <a:t> Free PPT _ Click to add title</a:t>
            </a:r>
            <a:endParaRPr lang="ko-KR" altLang="en-US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A26D06D2-3BBC-5042-B698-D316C23EE5B2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32440" y="123478"/>
            <a:ext cx="454696" cy="6480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572497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2"/>
          <p:cNvSpPr>
            <a:spLocks noGrp="1"/>
          </p:cNvSpPr>
          <p:nvPr>
            <p:ph type="pic" idx="1" hasCustomPrompt="1"/>
          </p:nvPr>
        </p:nvSpPr>
        <p:spPr>
          <a:xfrm>
            <a:off x="2555776" y="1263998"/>
            <a:ext cx="2772000" cy="3456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  <p:sp>
        <p:nvSpPr>
          <p:cNvPr id="7" name="Rectangle 6"/>
          <p:cNvSpPr/>
          <p:nvPr userDrawn="1"/>
        </p:nvSpPr>
        <p:spPr>
          <a:xfrm>
            <a:off x="733752" y="1263998"/>
            <a:ext cx="1835776" cy="1728192"/>
          </a:xfrm>
          <a:prstGeom prst="rect">
            <a:avLst/>
          </a:prstGeom>
          <a:solidFill>
            <a:srgbClr val="00447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Rectangle 7"/>
          <p:cNvSpPr/>
          <p:nvPr userDrawn="1"/>
        </p:nvSpPr>
        <p:spPr>
          <a:xfrm>
            <a:off x="733752" y="2991806"/>
            <a:ext cx="1835776" cy="172819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Rectangle 8"/>
          <p:cNvSpPr/>
          <p:nvPr userDrawn="1"/>
        </p:nvSpPr>
        <p:spPr>
          <a:xfrm>
            <a:off x="1" y="0"/>
            <a:ext cx="9108504" cy="864000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94000"/>
                </a:schemeClr>
              </a:gs>
              <a:gs pos="100000">
                <a:schemeClr val="bg1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36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10" name="Title 1"/>
          <p:cNvSpPr>
            <a:spLocks noGrp="1"/>
          </p:cNvSpPr>
          <p:nvPr>
            <p:ph type="title" hasCustomPrompt="1"/>
          </p:nvPr>
        </p:nvSpPr>
        <p:spPr>
          <a:xfrm>
            <a:off x="0" y="25735"/>
            <a:ext cx="9144000" cy="776530"/>
          </a:xfrm>
          <a:prstGeom prst="rect">
            <a:avLst/>
          </a:prstGeom>
        </p:spPr>
        <p:txBody>
          <a:bodyPr anchor="ctr"/>
          <a:lstStyle>
            <a:lvl1pPr algn="l">
              <a:defRPr sz="3600" b="1" i="0" baseline="0">
                <a:solidFill>
                  <a:schemeClr val="tx1">
                    <a:lumMod val="75000"/>
                    <a:lumOff val="25000"/>
                  </a:schemeClr>
                </a:solidFill>
                <a:latin typeface="Muli" panose="02000503040000020004" pitchFamily="2" charset="0"/>
                <a:cs typeface="Arial" pitchFamily="34" charset="0"/>
              </a:defRPr>
            </a:lvl1pPr>
          </a:lstStyle>
          <a:p>
            <a:r>
              <a:rPr lang="en-US" altLang="ko-KR" dirty="0"/>
              <a:t> Free PPT _ Click to add title</a:t>
            </a:r>
            <a:endParaRPr lang="ko-KR" altLang="en-US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2C19D44-8FE7-6E49-B8DA-0E022CD5E4B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32440" y="123478"/>
            <a:ext cx="454696" cy="6480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38150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 userDrawn="1"/>
        </p:nvSpPr>
        <p:spPr>
          <a:xfrm>
            <a:off x="2411760" y="3939902"/>
            <a:ext cx="2160240" cy="1203598"/>
          </a:xfrm>
          <a:prstGeom prst="rect">
            <a:avLst/>
          </a:prstGeom>
          <a:solidFill>
            <a:srgbClr val="00447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Rectangle 8"/>
          <p:cNvSpPr/>
          <p:nvPr userDrawn="1"/>
        </p:nvSpPr>
        <p:spPr>
          <a:xfrm>
            <a:off x="4571760" y="0"/>
            <a:ext cx="2160240" cy="1203598"/>
          </a:xfrm>
          <a:prstGeom prst="rect">
            <a:avLst/>
          </a:prstGeom>
          <a:solidFill>
            <a:srgbClr val="00447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Picture Placeholder 2"/>
          <p:cNvSpPr>
            <a:spLocks noGrp="1"/>
          </p:cNvSpPr>
          <p:nvPr>
            <p:ph type="pic" idx="1" hasCustomPrompt="1"/>
          </p:nvPr>
        </p:nvSpPr>
        <p:spPr>
          <a:xfrm>
            <a:off x="2411760" y="0"/>
            <a:ext cx="2160000" cy="3960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  <p:sp>
        <p:nvSpPr>
          <p:cNvPr id="7" name="Picture Placeholder 2"/>
          <p:cNvSpPr>
            <a:spLocks noGrp="1"/>
          </p:cNvSpPr>
          <p:nvPr>
            <p:ph type="pic" idx="10" hasCustomPrompt="1"/>
          </p:nvPr>
        </p:nvSpPr>
        <p:spPr>
          <a:xfrm>
            <a:off x="4572240" y="1183500"/>
            <a:ext cx="2160000" cy="3960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64287195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_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 userDrawn="1"/>
        </p:nvSpPr>
        <p:spPr>
          <a:xfrm>
            <a:off x="1" y="0"/>
            <a:ext cx="9108504" cy="864000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94000"/>
                </a:schemeClr>
              </a:gs>
              <a:gs pos="100000">
                <a:schemeClr val="bg1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36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12" name="Title 1"/>
          <p:cNvSpPr>
            <a:spLocks noGrp="1"/>
          </p:cNvSpPr>
          <p:nvPr>
            <p:ph type="title" hasCustomPrompt="1"/>
          </p:nvPr>
        </p:nvSpPr>
        <p:spPr>
          <a:xfrm>
            <a:off x="0" y="25735"/>
            <a:ext cx="9144000" cy="776530"/>
          </a:xfrm>
          <a:prstGeom prst="rect">
            <a:avLst/>
          </a:prstGeom>
        </p:spPr>
        <p:txBody>
          <a:bodyPr anchor="ctr"/>
          <a:lstStyle>
            <a:lvl1pPr algn="l">
              <a:defRPr sz="3600" b="1" i="0" baseline="0">
                <a:solidFill>
                  <a:schemeClr val="tx1">
                    <a:lumMod val="75000"/>
                    <a:lumOff val="25000"/>
                  </a:schemeClr>
                </a:solidFill>
                <a:latin typeface="Muli" panose="02000503040000020004" pitchFamily="2" charset="0"/>
                <a:cs typeface="Arial" pitchFamily="34" charset="0"/>
              </a:defRPr>
            </a:lvl1pPr>
          </a:lstStyle>
          <a:p>
            <a:r>
              <a:rPr lang="en-US" altLang="ko-KR" dirty="0"/>
              <a:t> Free PPT _ Click to add title</a:t>
            </a:r>
            <a:endParaRPr lang="ko-KR" altLang="en-US" dirty="0"/>
          </a:p>
        </p:txBody>
      </p:sp>
      <p:pic>
        <p:nvPicPr>
          <p:cNvPr id="1026" name="Picture 2" descr="D:\Fullppt\005-PNG이미지\모니터.png"/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9552" y="1311484"/>
            <a:ext cx="3394308" cy="33843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Picture Placeholder 2"/>
          <p:cNvSpPr>
            <a:spLocks noGrp="1"/>
          </p:cNvSpPr>
          <p:nvPr>
            <p:ph type="pic" idx="1" hasCustomPrompt="1"/>
          </p:nvPr>
        </p:nvSpPr>
        <p:spPr>
          <a:xfrm>
            <a:off x="675616" y="1443924"/>
            <a:ext cx="3104295" cy="2135938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200" baseline="0"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FD8F06A-D43B-0946-8B96-82583F6175D6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32440" y="123478"/>
            <a:ext cx="454696" cy="6480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778081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Rectangle 39"/>
          <p:cNvSpPr/>
          <p:nvPr userDrawn="1"/>
        </p:nvSpPr>
        <p:spPr>
          <a:xfrm>
            <a:off x="0" y="2890433"/>
            <a:ext cx="9144000" cy="2253067"/>
          </a:xfrm>
          <a:prstGeom prst="rect">
            <a:avLst/>
          </a:prstGeom>
          <a:solidFill>
            <a:srgbClr val="00447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5" name="Group 14"/>
          <p:cNvGrpSpPr/>
          <p:nvPr userDrawn="1"/>
        </p:nvGrpSpPr>
        <p:grpSpPr>
          <a:xfrm>
            <a:off x="920696" y="1552933"/>
            <a:ext cx="1298551" cy="2242953"/>
            <a:chOff x="2627784" y="1825002"/>
            <a:chExt cx="1198166" cy="2069560"/>
          </a:xfrm>
        </p:grpSpPr>
        <p:sp>
          <p:nvSpPr>
            <p:cNvPr id="9" name="Rounded Rectangle 8"/>
            <p:cNvSpPr/>
            <p:nvPr/>
          </p:nvSpPr>
          <p:spPr>
            <a:xfrm>
              <a:off x="2627784" y="1825002"/>
              <a:ext cx="1198166" cy="2069560"/>
            </a:xfrm>
            <a:prstGeom prst="roundRect">
              <a:avLst>
                <a:gd name="adj" fmla="val 13580"/>
              </a:avLst>
            </a:prstGeom>
            <a:solidFill>
              <a:srgbClr val="262626"/>
            </a:solidFill>
            <a:ln w="88900">
              <a:noFill/>
            </a:ln>
            <a:effectLst/>
            <a:scene3d>
              <a:camera prst="perspectiveFront"/>
              <a:lightRig rig="threePt" dir="t"/>
            </a:scene3d>
            <a:sp3d prstMaterial="plastic">
              <a:bevelT w="127000" h="50800"/>
              <a:bevelB w="127000" h="254000"/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" name="Rectangle 9"/>
            <p:cNvSpPr/>
            <p:nvPr/>
          </p:nvSpPr>
          <p:spPr>
            <a:xfrm>
              <a:off x="3155241" y="1922844"/>
              <a:ext cx="143251" cy="27666"/>
            </a:xfrm>
            <a:prstGeom prst="rect">
              <a:avLst/>
            </a:prstGeom>
            <a:solidFill>
              <a:srgbClr val="B0B0B0"/>
            </a:solidFill>
            <a:ln w="889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11" name="Group 10"/>
            <p:cNvGrpSpPr/>
            <p:nvPr/>
          </p:nvGrpSpPr>
          <p:grpSpPr>
            <a:xfrm>
              <a:off x="3168829" y="3704452"/>
              <a:ext cx="116076" cy="127684"/>
              <a:chOff x="2453209" y="5151638"/>
              <a:chExt cx="191820" cy="211002"/>
            </a:xfrm>
          </p:grpSpPr>
          <p:sp>
            <p:nvSpPr>
              <p:cNvPr id="13" name="Oval 12"/>
              <p:cNvSpPr/>
              <p:nvPr userDrawn="1"/>
            </p:nvSpPr>
            <p:spPr>
              <a:xfrm>
                <a:off x="2453209" y="5151638"/>
                <a:ext cx="191820" cy="211002"/>
              </a:xfrm>
              <a:prstGeom prst="ellipse">
                <a:avLst/>
              </a:prstGeom>
              <a:gradFill flip="none" rotWithShape="1">
                <a:gsLst>
                  <a:gs pos="0">
                    <a:schemeClr val="tx1">
                      <a:lumMod val="94000"/>
                      <a:lumOff val="6000"/>
                    </a:schemeClr>
                  </a:gs>
                  <a:gs pos="56000">
                    <a:schemeClr val="tx1">
                      <a:lumMod val="65000"/>
                      <a:lumOff val="35000"/>
                    </a:schemeClr>
                  </a:gs>
                  <a:gs pos="91000">
                    <a:schemeClr val="tx1">
                      <a:lumMod val="50000"/>
                      <a:lumOff val="50000"/>
                    </a:schemeClr>
                  </a:gs>
                  <a:gs pos="100000">
                    <a:schemeClr val="bg1">
                      <a:lumMod val="75000"/>
                    </a:schemeClr>
                  </a:gs>
                </a:gsLst>
                <a:lin ang="10800000" scaled="1"/>
                <a:tileRect/>
              </a:gradFill>
              <a:ln w="0">
                <a:solidFill>
                  <a:srgbClr val="262626"/>
                </a:solidFill>
              </a:ln>
              <a:scene3d>
                <a:camera prst="perspectiveFront"/>
                <a:lightRig rig="threePt" dir="t"/>
              </a:scene3d>
              <a:sp3d>
                <a:bevelT w="63500" h="12700"/>
              </a:sp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4" name="Rounded Rectangle 13"/>
              <p:cNvSpPr/>
              <p:nvPr userDrawn="1"/>
            </p:nvSpPr>
            <p:spPr>
              <a:xfrm>
                <a:off x="2505251" y="5208531"/>
                <a:ext cx="87734" cy="97215"/>
              </a:xfrm>
              <a:prstGeom prst="roundRect">
                <a:avLst/>
              </a:prstGeom>
              <a:solidFill>
                <a:srgbClr val="737373"/>
              </a:solidFill>
              <a:ln w="6350">
                <a:solidFill>
                  <a:srgbClr val="B0B0B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</p:grpSp>
      <p:sp>
        <p:nvSpPr>
          <p:cNvPr id="7" name="Picture Placeholder 2"/>
          <p:cNvSpPr>
            <a:spLocks noGrp="1"/>
          </p:cNvSpPr>
          <p:nvPr userDrawn="1">
            <p:ph type="pic" idx="1" hasCustomPrompt="1"/>
          </p:nvPr>
        </p:nvSpPr>
        <p:spPr>
          <a:xfrm>
            <a:off x="994588" y="1742834"/>
            <a:ext cx="1143174" cy="1802548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  <p:grpSp>
        <p:nvGrpSpPr>
          <p:cNvPr id="16" name="Group 15"/>
          <p:cNvGrpSpPr/>
          <p:nvPr userDrawn="1"/>
        </p:nvGrpSpPr>
        <p:grpSpPr>
          <a:xfrm>
            <a:off x="2910527" y="2088604"/>
            <a:ext cx="1298551" cy="2242953"/>
            <a:chOff x="2627784" y="1825002"/>
            <a:chExt cx="1198166" cy="2069560"/>
          </a:xfrm>
        </p:grpSpPr>
        <p:sp>
          <p:nvSpPr>
            <p:cNvPr id="17" name="Rounded Rectangle 16"/>
            <p:cNvSpPr/>
            <p:nvPr/>
          </p:nvSpPr>
          <p:spPr>
            <a:xfrm>
              <a:off x="2627784" y="1825002"/>
              <a:ext cx="1198166" cy="2069560"/>
            </a:xfrm>
            <a:prstGeom prst="roundRect">
              <a:avLst>
                <a:gd name="adj" fmla="val 13580"/>
              </a:avLst>
            </a:prstGeom>
            <a:solidFill>
              <a:srgbClr val="262626"/>
            </a:solidFill>
            <a:ln w="88900">
              <a:noFill/>
            </a:ln>
            <a:effectLst/>
            <a:scene3d>
              <a:camera prst="perspectiveFront"/>
              <a:lightRig rig="threePt" dir="t"/>
            </a:scene3d>
            <a:sp3d prstMaterial="plastic">
              <a:bevelT w="127000" h="50800"/>
              <a:bevelB w="127000" h="254000"/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" name="Rectangle 17"/>
            <p:cNvSpPr/>
            <p:nvPr/>
          </p:nvSpPr>
          <p:spPr>
            <a:xfrm>
              <a:off x="3155241" y="1922844"/>
              <a:ext cx="143251" cy="27666"/>
            </a:xfrm>
            <a:prstGeom prst="rect">
              <a:avLst/>
            </a:prstGeom>
            <a:solidFill>
              <a:srgbClr val="B0B0B0"/>
            </a:solidFill>
            <a:ln w="889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19" name="Group 18"/>
            <p:cNvGrpSpPr/>
            <p:nvPr/>
          </p:nvGrpSpPr>
          <p:grpSpPr>
            <a:xfrm>
              <a:off x="3168829" y="3704452"/>
              <a:ext cx="116076" cy="127684"/>
              <a:chOff x="2453209" y="5151638"/>
              <a:chExt cx="191820" cy="211002"/>
            </a:xfrm>
          </p:grpSpPr>
          <p:sp>
            <p:nvSpPr>
              <p:cNvPr id="20" name="Oval 19"/>
              <p:cNvSpPr/>
              <p:nvPr userDrawn="1"/>
            </p:nvSpPr>
            <p:spPr>
              <a:xfrm>
                <a:off x="2453209" y="5151638"/>
                <a:ext cx="191820" cy="211002"/>
              </a:xfrm>
              <a:prstGeom prst="ellipse">
                <a:avLst/>
              </a:prstGeom>
              <a:gradFill flip="none" rotWithShape="1">
                <a:gsLst>
                  <a:gs pos="0">
                    <a:schemeClr val="tx1">
                      <a:lumMod val="94000"/>
                      <a:lumOff val="6000"/>
                    </a:schemeClr>
                  </a:gs>
                  <a:gs pos="56000">
                    <a:schemeClr val="tx1">
                      <a:lumMod val="65000"/>
                      <a:lumOff val="35000"/>
                    </a:schemeClr>
                  </a:gs>
                  <a:gs pos="91000">
                    <a:schemeClr val="tx1">
                      <a:lumMod val="50000"/>
                      <a:lumOff val="50000"/>
                    </a:schemeClr>
                  </a:gs>
                  <a:gs pos="100000">
                    <a:schemeClr val="bg1">
                      <a:lumMod val="75000"/>
                    </a:schemeClr>
                  </a:gs>
                </a:gsLst>
                <a:lin ang="10800000" scaled="1"/>
                <a:tileRect/>
              </a:gradFill>
              <a:ln w="0">
                <a:solidFill>
                  <a:srgbClr val="262626"/>
                </a:solidFill>
              </a:ln>
              <a:scene3d>
                <a:camera prst="perspectiveFront"/>
                <a:lightRig rig="threePt" dir="t"/>
              </a:scene3d>
              <a:sp3d>
                <a:bevelT w="63500" h="12700"/>
              </a:sp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21" name="Rounded Rectangle 20"/>
              <p:cNvSpPr/>
              <p:nvPr userDrawn="1"/>
            </p:nvSpPr>
            <p:spPr>
              <a:xfrm>
                <a:off x="2505251" y="5208531"/>
                <a:ext cx="87734" cy="97215"/>
              </a:xfrm>
              <a:prstGeom prst="roundRect">
                <a:avLst/>
              </a:prstGeom>
              <a:solidFill>
                <a:srgbClr val="737373"/>
              </a:solidFill>
              <a:ln w="6350">
                <a:solidFill>
                  <a:srgbClr val="B0B0B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</p:grpSp>
      <p:sp>
        <p:nvSpPr>
          <p:cNvPr id="22" name="Picture Placeholder 2"/>
          <p:cNvSpPr>
            <a:spLocks noGrp="1"/>
          </p:cNvSpPr>
          <p:nvPr>
            <p:ph type="pic" idx="10" hasCustomPrompt="1"/>
          </p:nvPr>
        </p:nvSpPr>
        <p:spPr>
          <a:xfrm>
            <a:off x="2984419" y="2291784"/>
            <a:ext cx="1143174" cy="1802548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  <p:grpSp>
        <p:nvGrpSpPr>
          <p:cNvPr id="23" name="Group 22"/>
          <p:cNvGrpSpPr/>
          <p:nvPr userDrawn="1"/>
        </p:nvGrpSpPr>
        <p:grpSpPr>
          <a:xfrm>
            <a:off x="4900358" y="1383368"/>
            <a:ext cx="1298551" cy="2242953"/>
            <a:chOff x="2627784" y="1825002"/>
            <a:chExt cx="1198166" cy="2069560"/>
          </a:xfrm>
        </p:grpSpPr>
        <p:sp>
          <p:nvSpPr>
            <p:cNvPr id="24" name="Rounded Rectangle 23"/>
            <p:cNvSpPr/>
            <p:nvPr/>
          </p:nvSpPr>
          <p:spPr>
            <a:xfrm>
              <a:off x="2627784" y="1825002"/>
              <a:ext cx="1198166" cy="2069560"/>
            </a:xfrm>
            <a:prstGeom prst="roundRect">
              <a:avLst>
                <a:gd name="adj" fmla="val 13580"/>
              </a:avLst>
            </a:prstGeom>
            <a:solidFill>
              <a:srgbClr val="262626"/>
            </a:solidFill>
            <a:ln w="88900">
              <a:noFill/>
            </a:ln>
            <a:effectLst/>
            <a:scene3d>
              <a:camera prst="perspectiveFront"/>
              <a:lightRig rig="threePt" dir="t"/>
            </a:scene3d>
            <a:sp3d prstMaterial="plastic">
              <a:bevelT w="127000" h="50800"/>
              <a:bevelB w="127000" h="254000"/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5" name="Rectangle 24"/>
            <p:cNvSpPr/>
            <p:nvPr/>
          </p:nvSpPr>
          <p:spPr>
            <a:xfrm>
              <a:off x="3155241" y="1922844"/>
              <a:ext cx="143251" cy="27666"/>
            </a:xfrm>
            <a:prstGeom prst="rect">
              <a:avLst/>
            </a:prstGeom>
            <a:solidFill>
              <a:srgbClr val="B0B0B0"/>
            </a:solidFill>
            <a:ln w="889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26" name="Group 25"/>
            <p:cNvGrpSpPr/>
            <p:nvPr/>
          </p:nvGrpSpPr>
          <p:grpSpPr>
            <a:xfrm>
              <a:off x="3168829" y="3704452"/>
              <a:ext cx="116076" cy="127684"/>
              <a:chOff x="2453209" y="5151638"/>
              <a:chExt cx="191820" cy="211002"/>
            </a:xfrm>
          </p:grpSpPr>
          <p:sp>
            <p:nvSpPr>
              <p:cNvPr id="27" name="Oval 26"/>
              <p:cNvSpPr/>
              <p:nvPr userDrawn="1"/>
            </p:nvSpPr>
            <p:spPr>
              <a:xfrm>
                <a:off x="2453209" y="5151638"/>
                <a:ext cx="191820" cy="211002"/>
              </a:xfrm>
              <a:prstGeom prst="ellipse">
                <a:avLst/>
              </a:prstGeom>
              <a:gradFill flip="none" rotWithShape="1">
                <a:gsLst>
                  <a:gs pos="0">
                    <a:schemeClr val="tx1">
                      <a:lumMod val="94000"/>
                      <a:lumOff val="6000"/>
                    </a:schemeClr>
                  </a:gs>
                  <a:gs pos="56000">
                    <a:schemeClr val="tx1">
                      <a:lumMod val="65000"/>
                      <a:lumOff val="35000"/>
                    </a:schemeClr>
                  </a:gs>
                  <a:gs pos="91000">
                    <a:schemeClr val="tx1">
                      <a:lumMod val="50000"/>
                      <a:lumOff val="50000"/>
                    </a:schemeClr>
                  </a:gs>
                  <a:gs pos="100000">
                    <a:schemeClr val="bg1">
                      <a:lumMod val="75000"/>
                    </a:schemeClr>
                  </a:gs>
                </a:gsLst>
                <a:lin ang="10800000" scaled="1"/>
                <a:tileRect/>
              </a:gradFill>
              <a:ln w="0">
                <a:solidFill>
                  <a:srgbClr val="262626"/>
                </a:solidFill>
              </a:ln>
              <a:scene3d>
                <a:camera prst="perspectiveFront"/>
                <a:lightRig rig="threePt" dir="t"/>
              </a:scene3d>
              <a:sp3d>
                <a:bevelT w="63500" h="12700"/>
              </a:sp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28" name="Rounded Rectangle 27"/>
              <p:cNvSpPr/>
              <p:nvPr userDrawn="1"/>
            </p:nvSpPr>
            <p:spPr>
              <a:xfrm>
                <a:off x="2505251" y="5208531"/>
                <a:ext cx="87734" cy="97215"/>
              </a:xfrm>
              <a:prstGeom prst="roundRect">
                <a:avLst/>
              </a:prstGeom>
              <a:solidFill>
                <a:srgbClr val="737373"/>
              </a:solidFill>
              <a:ln w="6350">
                <a:solidFill>
                  <a:srgbClr val="B0B0B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</p:grpSp>
      <p:sp>
        <p:nvSpPr>
          <p:cNvPr id="29" name="Picture Placeholder 2"/>
          <p:cNvSpPr>
            <a:spLocks noGrp="1"/>
          </p:cNvSpPr>
          <p:nvPr>
            <p:ph type="pic" idx="11" hasCustomPrompt="1"/>
          </p:nvPr>
        </p:nvSpPr>
        <p:spPr>
          <a:xfrm>
            <a:off x="4974250" y="1586548"/>
            <a:ext cx="1143174" cy="1802548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  <p:grpSp>
        <p:nvGrpSpPr>
          <p:cNvPr id="30" name="Group 29"/>
          <p:cNvGrpSpPr/>
          <p:nvPr userDrawn="1"/>
        </p:nvGrpSpPr>
        <p:grpSpPr>
          <a:xfrm>
            <a:off x="6890188" y="2345021"/>
            <a:ext cx="1298551" cy="2242953"/>
            <a:chOff x="2627784" y="1825002"/>
            <a:chExt cx="1198166" cy="2069560"/>
          </a:xfrm>
        </p:grpSpPr>
        <p:sp>
          <p:nvSpPr>
            <p:cNvPr id="31" name="Rounded Rectangle 30"/>
            <p:cNvSpPr/>
            <p:nvPr/>
          </p:nvSpPr>
          <p:spPr>
            <a:xfrm>
              <a:off x="2627784" y="1825002"/>
              <a:ext cx="1198166" cy="2069560"/>
            </a:xfrm>
            <a:prstGeom prst="roundRect">
              <a:avLst>
                <a:gd name="adj" fmla="val 13580"/>
              </a:avLst>
            </a:prstGeom>
            <a:solidFill>
              <a:srgbClr val="262626"/>
            </a:solidFill>
            <a:ln w="88900">
              <a:noFill/>
            </a:ln>
            <a:effectLst/>
            <a:scene3d>
              <a:camera prst="perspectiveFront"/>
              <a:lightRig rig="threePt" dir="t"/>
            </a:scene3d>
            <a:sp3d prstMaterial="plastic">
              <a:bevelT w="127000" h="50800"/>
              <a:bevelB w="127000" h="254000"/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2" name="Rectangle 31"/>
            <p:cNvSpPr/>
            <p:nvPr/>
          </p:nvSpPr>
          <p:spPr>
            <a:xfrm>
              <a:off x="3155241" y="1922844"/>
              <a:ext cx="143251" cy="27666"/>
            </a:xfrm>
            <a:prstGeom prst="rect">
              <a:avLst/>
            </a:prstGeom>
            <a:solidFill>
              <a:srgbClr val="B0B0B0"/>
            </a:solidFill>
            <a:ln w="889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33" name="Group 32"/>
            <p:cNvGrpSpPr/>
            <p:nvPr/>
          </p:nvGrpSpPr>
          <p:grpSpPr>
            <a:xfrm>
              <a:off x="3168829" y="3704452"/>
              <a:ext cx="116076" cy="127684"/>
              <a:chOff x="2453209" y="5151638"/>
              <a:chExt cx="191820" cy="211002"/>
            </a:xfrm>
          </p:grpSpPr>
          <p:sp>
            <p:nvSpPr>
              <p:cNvPr id="34" name="Oval 33"/>
              <p:cNvSpPr/>
              <p:nvPr userDrawn="1"/>
            </p:nvSpPr>
            <p:spPr>
              <a:xfrm>
                <a:off x="2453209" y="5151638"/>
                <a:ext cx="191820" cy="211002"/>
              </a:xfrm>
              <a:prstGeom prst="ellipse">
                <a:avLst/>
              </a:prstGeom>
              <a:gradFill flip="none" rotWithShape="1">
                <a:gsLst>
                  <a:gs pos="0">
                    <a:schemeClr val="tx1">
                      <a:lumMod val="94000"/>
                      <a:lumOff val="6000"/>
                    </a:schemeClr>
                  </a:gs>
                  <a:gs pos="56000">
                    <a:schemeClr val="tx1">
                      <a:lumMod val="65000"/>
                      <a:lumOff val="35000"/>
                    </a:schemeClr>
                  </a:gs>
                  <a:gs pos="91000">
                    <a:schemeClr val="tx1">
                      <a:lumMod val="50000"/>
                      <a:lumOff val="50000"/>
                    </a:schemeClr>
                  </a:gs>
                  <a:gs pos="100000">
                    <a:schemeClr val="bg1">
                      <a:lumMod val="75000"/>
                    </a:schemeClr>
                  </a:gs>
                </a:gsLst>
                <a:lin ang="10800000" scaled="1"/>
                <a:tileRect/>
              </a:gradFill>
              <a:ln w="0">
                <a:solidFill>
                  <a:srgbClr val="262626"/>
                </a:solidFill>
              </a:ln>
              <a:scene3d>
                <a:camera prst="perspectiveFront"/>
                <a:lightRig rig="threePt" dir="t"/>
              </a:scene3d>
              <a:sp3d>
                <a:bevelT w="63500" h="12700"/>
              </a:sp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35" name="Rounded Rectangle 34"/>
              <p:cNvSpPr/>
              <p:nvPr userDrawn="1"/>
            </p:nvSpPr>
            <p:spPr>
              <a:xfrm>
                <a:off x="2505251" y="5208531"/>
                <a:ext cx="87734" cy="97215"/>
              </a:xfrm>
              <a:prstGeom prst="roundRect">
                <a:avLst/>
              </a:prstGeom>
              <a:solidFill>
                <a:srgbClr val="737373"/>
              </a:solidFill>
              <a:ln w="6350">
                <a:solidFill>
                  <a:srgbClr val="B0B0B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</p:grpSp>
      <p:sp>
        <p:nvSpPr>
          <p:cNvPr id="36" name="Picture Placeholder 2"/>
          <p:cNvSpPr>
            <a:spLocks noGrp="1"/>
          </p:cNvSpPr>
          <p:nvPr>
            <p:ph type="pic" idx="12" hasCustomPrompt="1"/>
          </p:nvPr>
        </p:nvSpPr>
        <p:spPr>
          <a:xfrm>
            <a:off x="6964080" y="2548201"/>
            <a:ext cx="1143174" cy="1802548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  <p:sp>
        <p:nvSpPr>
          <p:cNvPr id="37" name="Rectangle 36"/>
          <p:cNvSpPr/>
          <p:nvPr userDrawn="1"/>
        </p:nvSpPr>
        <p:spPr>
          <a:xfrm>
            <a:off x="1" y="0"/>
            <a:ext cx="9108504" cy="864000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94000"/>
                </a:schemeClr>
              </a:gs>
              <a:gs pos="100000">
                <a:schemeClr val="bg1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36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8" name="Title 1"/>
          <p:cNvSpPr>
            <a:spLocks noGrp="1"/>
          </p:cNvSpPr>
          <p:nvPr>
            <p:ph type="title" hasCustomPrompt="1"/>
          </p:nvPr>
        </p:nvSpPr>
        <p:spPr>
          <a:xfrm>
            <a:off x="0" y="25735"/>
            <a:ext cx="9144000" cy="776530"/>
          </a:xfrm>
          <a:prstGeom prst="rect">
            <a:avLst/>
          </a:prstGeom>
        </p:spPr>
        <p:txBody>
          <a:bodyPr anchor="ctr"/>
          <a:lstStyle>
            <a:lvl1pPr algn="l">
              <a:defRPr sz="3600" b="1" i="0" baseline="0">
                <a:solidFill>
                  <a:schemeClr val="tx1">
                    <a:lumMod val="75000"/>
                    <a:lumOff val="25000"/>
                  </a:schemeClr>
                </a:solidFill>
                <a:latin typeface="Muli" panose="02000503040000020004" pitchFamily="2" charset="0"/>
                <a:cs typeface="Arial" pitchFamily="34" charset="0"/>
              </a:defRPr>
            </a:lvl1pPr>
          </a:lstStyle>
          <a:p>
            <a:r>
              <a:rPr lang="en-US" altLang="ko-KR" dirty="0"/>
              <a:t> Free PPT _ Click to add title</a:t>
            </a:r>
            <a:endParaRPr lang="ko-KR" altLang="en-US" dirty="0"/>
          </a:p>
        </p:txBody>
      </p:sp>
      <p:pic>
        <p:nvPicPr>
          <p:cNvPr id="39" name="Picture 38">
            <a:extLst>
              <a:ext uri="{FF2B5EF4-FFF2-40B4-BE49-F238E27FC236}">
                <a16:creationId xmlns:a16="http://schemas.microsoft.com/office/drawing/2014/main" id="{A5AE34E9-720D-EE42-948B-40AD8D00B05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32440" y="123478"/>
            <a:ext cx="454696" cy="6480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511992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9"/>
          <p:cNvSpPr>
            <a:spLocks noGrp="1"/>
          </p:cNvSpPr>
          <p:nvPr>
            <p:ph type="body" sz="quarter" idx="10" hasCustomPrompt="1"/>
          </p:nvPr>
        </p:nvSpPr>
        <p:spPr>
          <a:xfrm>
            <a:off x="0" y="123478"/>
            <a:ext cx="9144000" cy="57606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4000" b="1" i="0" baseline="0">
                <a:latin typeface="Muli" panose="02000503040000020004" pitchFamily="2" charset="0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ICON SETS LAYOUT</a:t>
            </a:r>
          </a:p>
        </p:txBody>
      </p:sp>
      <p:sp>
        <p:nvSpPr>
          <p:cNvPr id="12" name="Rounded Rectangle 11"/>
          <p:cNvSpPr/>
          <p:nvPr userDrawn="1"/>
        </p:nvSpPr>
        <p:spPr>
          <a:xfrm>
            <a:off x="354008" y="1131589"/>
            <a:ext cx="2849840" cy="3649171"/>
          </a:xfrm>
          <a:prstGeom prst="roundRect">
            <a:avLst>
              <a:gd name="adj" fmla="val 3968"/>
            </a:avLst>
          </a:prstGeom>
          <a:solidFill>
            <a:srgbClr val="00447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+mn-lt"/>
            </a:endParaRPr>
          </a:p>
        </p:txBody>
      </p:sp>
      <p:sp>
        <p:nvSpPr>
          <p:cNvPr id="15" name="Rounded Rectangle 14"/>
          <p:cNvSpPr/>
          <p:nvPr userDrawn="1"/>
        </p:nvSpPr>
        <p:spPr>
          <a:xfrm>
            <a:off x="531932" y="1347500"/>
            <a:ext cx="108520" cy="3240473"/>
          </a:xfrm>
          <a:prstGeom prst="roundRect">
            <a:avLst>
              <a:gd name="adj" fmla="val 50000"/>
            </a:avLst>
          </a:prstGeom>
          <a:solidFill>
            <a:schemeClr val="bg1">
              <a:alpha val="41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  <a:latin typeface="+mn-lt"/>
            </a:endParaRPr>
          </a:p>
        </p:txBody>
      </p:sp>
      <p:sp>
        <p:nvSpPr>
          <p:cNvPr id="16" name="Half Frame 15"/>
          <p:cNvSpPr/>
          <p:nvPr userDrawn="1"/>
        </p:nvSpPr>
        <p:spPr>
          <a:xfrm rot="5400000">
            <a:off x="2592642" y="1238201"/>
            <a:ext cx="502331" cy="502331"/>
          </a:xfrm>
          <a:prstGeom prst="halfFrame">
            <a:avLst>
              <a:gd name="adj1" fmla="val 23728"/>
              <a:gd name="adj2" fmla="val 24642"/>
            </a:avLst>
          </a:prstGeom>
          <a:solidFill>
            <a:schemeClr val="bg1">
              <a:alpha val="23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52029260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close up of a flag&#10;&#10;Description automatically generated">
            <a:extLst>
              <a:ext uri="{FF2B5EF4-FFF2-40B4-BE49-F238E27FC236}">
                <a16:creationId xmlns:a16="http://schemas.microsoft.com/office/drawing/2014/main" id="{60F68C2A-4326-0249-B480-E34F62A6878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5" name="Text Placeholder 9">
            <a:extLst>
              <a:ext uri="{FF2B5EF4-FFF2-40B4-BE49-F238E27FC236}">
                <a16:creationId xmlns:a16="http://schemas.microsoft.com/office/drawing/2014/main" id="{AC64DFBE-D021-44BF-84ED-0689DA97925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0" y="4563555"/>
            <a:ext cx="9143999" cy="432000"/>
          </a:xfrm>
          <a:prstGeom prst="rect">
            <a:avLst/>
          </a:prstGeom>
        </p:spPr>
        <p:txBody>
          <a:bodyPr lIns="108000" anchor="ctr"/>
          <a:lstStyle>
            <a:lvl1pPr marL="0" indent="0" algn="ctr">
              <a:buNone/>
              <a:defRPr sz="1200" b="1" i="0" baseline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Muli" panose="02000503040000020004" pitchFamily="2" charset="0"/>
                <a:cs typeface="Arial" pitchFamily="34" charset="0"/>
              </a:defRPr>
            </a:lvl1pPr>
          </a:lstStyle>
          <a:p>
            <a:r>
              <a:rPr lang="en-US" dirty="0"/>
              <a:t>Sub-title description</a:t>
            </a:r>
          </a:p>
        </p:txBody>
      </p:sp>
      <p:sp>
        <p:nvSpPr>
          <p:cNvPr id="9" name="제목 1">
            <a:extLst>
              <a:ext uri="{FF2B5EF4-FFF2-40B4-BE49-F238E27FC236}">
                <a16:creationId xmlns:a16="http://schemas.microsoft.com/office/drawing/2014/main" id="{68088BE3-25C4-4317-8E12-7D1A9D0903F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4011910"/>
            <a:ext cx="9143998" cy="540000"/>
          </a:xfrm>
          <a:prstGeom prst="rect">
            <a:avLst/>
          </a:prstGeom>
        </p:spPr>
        <p:txBody>
          <a:bodyPr anchor="ctr">
            <a:noAutofit/>
          </a:bodyPr>
          <a:lstStyle>
            <a:lvl1pPr algn="ctr">
              <a:defRPr sz="3600" b="1" i="0" baseline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Muli ExtraBold" panose="02000503040000020004" pitchFamily="2" charset="0"/>
                <a:cs typeface="Arial" pitchFamily="34" charset="0"/>
              </a:defRPr>
            </a:lvl1pPr>
          </a:lstStyle>
          <a:p>
            <a:r>
              <a:rPr lang="en-US" dirty="0"/>
              <a:t>PRESENTATION TITLE</a:t>
            </a:r>
            <a:endParaRPr lang="ko-KR" alt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36DA6C4-A7B4-1943-A96C-7E2CA31D8300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1520" y="195486"/>
            <a:ext cx="1440160" cy="3480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372370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 userDrawn="1"/>
        </p:nvSpPr>
        <p:spPr>
          <a:xfrm>
            <a:off x="-15072" y="3003550"/>
            <a:ext cx="9144001" cy="2139950"/>
          </a:xfrm>
          <a:prstGeom prst="rect">
            <a:avLst/>
          </a:prstGeom>
          <a:solidFill>
            <a:srgbClr val="00447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 hasCustomPrompt="1"/>
          </p:nvPr>
        </p:nvSpPr>
        <p:spPr>
          <a:xfrm>
            <a:off x="755576" y="2157550"/>
            <a:ext cx="1692000" cy="1692000"/>
          </a:xfrm>
          <a:prstGeom prst="ellipse">
            <a:avLst/>
          </a:prstGeom>
          <a:solidFill>
            <a:schemeClr val="bg1">
              <a:lumMod val="95000"/>
            </a:schemeClr>
          </a:solidFill>
          <a:ln w="50800">
            <a:solidFill>
              <a:srgbClr val="004479"/>
            </a:solidFill>
          </a:ln>
        </p:spPr>
        <p:txBody>
          <a:bodyPr anchor="ctr"/>
          <a:lstStyle>
            <a:lvl1pPr marL="0" indent="0" algn="ctr">
              <a:buNone/>
              <a:defRPr sz="1200" baseline="0"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  <p:sp>
        <p:nvSpPr>
          <p:cNvPr id="5" name="Title 1"/>
          <p:cNvSpPr>
            <a:spLocks noGrp="1"/>
          </p:cNvSpPr>
          <p:nvPr>
            <p:ph type="title" hasCustomPrompt="1"/>
          </p:nvPr>
        </p:nvSpPr>
        <p:spPr>
          <a:xfrm>
            <a:off x="0" y="51471"/>
            <a:ext cx="9144000" cy="648071"/>
          </a:xfrm>
          <a:prstGeom prst="rect">
            <a:avLst/>
          </a:prstGeom>
        </p:spPr>
        <p:txBody>
          <a:bodyPr anchor="ctr"/>
          <a:lstStyle>
            <a:lvl1pPr algn="ctr">
              <a:defRPr sz="3600" b="1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cs typeface="Arial" pitchFamily="34" charset="0"/>
              </a:defRPr>
            </a:lvl1pPr>
          </a:lstStyle>
          <a:p>
            <a:r>
              <a:rPr lang="en-US" altLang="ko-KR" dirty="0"/>
              <a:t> Free PPT _ Click to add title</a:t>
            </a:r>
            <a:endParaRPr lang="ko-KR" altLang="en-US" dirty="0"/>
          </a:p>
        </p:txBody>
      </p:sp>
      <p:sp>
        <p:nvSpPr>
          <p:cNvPr id="6" name="Text Placeholder 9">
            <a:extLst>
              <a:ext uri="{FF2B5EF4-FFF2-40B4-BE49-F238E27FC236}">
                <a16:creationId xmlns:a16="http://schemas.microsoft.com/office/drawing/2014/main" id="{AAFCF31D-C6CE-4C4C-AE5A-2A4429FEF27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-1" y="699566"/>
            <a:ext cx="9143999" cy="216000"/>
          </a:xfrm>
          <a:prstGeom prst="rect">
            <a:avLst/>
          </a:prstGeom>
        </p:spPr>
        <p:txBody>
          <a:bodyPr lIns="108000" anchor="ctr"/>
          <a:lstStyle>
            <a:lvl1pPr marL="0" indent="0" algn="ctr">
              <a:buNone/>
              <a:defRPr sz="1200" b="0" baseline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n-lt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This text con be replaced with your own text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08351504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Custom Layout">
    <p:bg>
      <p:bgPr>
        <a:solidFill>
          <a:srgbClr val="00447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 userDrawn="1"/>
        </p:nvSpPr>
        <p:spPr>
          <a:xfrm>
            <a:off x="1046842" y="807554"/>
            <a:ext cx="7050317" cy="3528392"/>
          </a:xfrm>
          <a:prstGeom prst="rect">
            <a:avLst/>
          </a:prstGeom>
          <a:noFill/>
          <a:ln w="317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Rectangle 9"/>
          <p:cNvSpPr/>
          <p:nvPr userDrawn="1"/>
        </p:nvSpPr>
        <p:spPr>
          <a:xfrm>
            <a:off x="1403648" y="1131590"/>
            <a:ext cx="6336704" cy="2880320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94000"/>
                </a:schemeClr>
              </a:gs>
              <a:gs pos="100000">
                <a:schemeClr val="bg1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ko-KR" alt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7" name="제목 1"/>
          <p:cNvSpPr>
            <a:spLocks noGrp="1"/>
          </p:cNvSpPr>
          <p:nvPr>
            <p:ph type="title" hasCustomPrompt="1"/>
          </p:nvPr>
        </p:nvSpPr>
        <p:spPr>
          <a:xfrm>
            <a:off x="1043608" y="3291830"/>
            <a:ext cx="7056784" cy="533308"/>
          </a:xfrm>
          <a:prstGeom prst="rect">
            <a:avLst/>
          </a:prstGeom>
        </p:spPr>
        <p:txBody>
          <a:bodyPr anchor="ctr">
            <a:noAutofit/>
          </a:bodyPr>
          <a:lstStyle>
            <a:lvl1pPr algn="ctr">
              <a:defRPr sz="3600" b="1" i="0" baseline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Muli" panose="02000503040000020004" pitchFamily="2" charset="0"/>
                <a:cs typeface="Arial" pitchFamily="34" charset="0"/>
              </a:defRPr>
            </a:lvl1pPr>
          </a:lstStyle>
          <a:p>
            <a:r>
              <a:rPr lang="en-US" altLang="ko-KR" dirty="0"/>
              <a:t>Thank you</a:t>
            </a:r>
            <a:endParaRPr lang="ko-KR" alt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BC7F77B-C3BA-7E4A-BB0B-0BD363CB99E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45742" y="1661905"/>
            <a:ext cx="3252516" cy="11817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592704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/>
          <p:cNvSpPr/>
          <p:nvPr userDrawn="1"/>
        </p:nvSpPr>
        <p:spPr>
          <a:xfrm>
            <a:off x="2699792" y="1851670"/>
            <a:ext cx="6444208" cy="1440160"/>
          </a:xfrm>
          <a:prstGeom prst="rect">
            <a:avLst/>
          </a:prstGeom>
          <a:solidFill>
            <a:srgbClr val="00447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" name="Rectangle 5"/>
          <p:cNvSpPr/>
          <p:nvPr userDrawn="1"/>
        </p:nvSpPr>
        <p:spPr>
          <a:xfrm>
            <a:off x="0" y="0"/>
            <a:ext cx="1619671" cy="5143500"/>
          </a:xfrm>
          <a:prstGeom prst="rect">
            <a:avLst/>
          </a:prstGeom>
          <a:gradFill>
            <a:gsLst>
              <a:gs pos="42000">
                <a:srgbClr val="F6F6F6">
                  <a:lumMod val="97000"/>
                </a:srgbClr>
              </a:gs>
              <a:gs pos="0">
                <a:schemeClr val="bg1">
                  <a:lumMod val="92000"/>
                </a:schemeClr>
              </a:gs>
              <a:gs pos="100000">
                <a:schemeClr val="bg1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 hasCustomPrompt="1"/>
          </p:nvPr>
        </p:nvSpPr>
        <p:spPr>
          <a:xfrm>
            <a:off x="3131840" y="2233427"/>
            <a:ext cx="5472608" cy="399981"/>
          </a:xfrm>
          <a:prstGeom prst="rect">
            <a:avLst/>
          </a:prstGeom>
        </p:spPr>
        <p:txBody>
          <a:bodyPr anchor="ctr">
            <a:noAutofit/>
          </a:bodyPr>
          <a:lstStyle>
            <a:lvl1pPr algn="l">
              <a:defRPr sz="3600" b="1" i="0" baseline="0">
                <a:solidFill>
                  <a:schemeClr val="bg1"/>
                </a:solidFill>
                <a:effectLst/>
                <a:latin typeface="Muli ExtraBold" panose="02000503040000020004" pitchFamily="2" charset="0"/>
                <a:cs typeface="Arial" pitchFamily="34" charset="0"/>
              </a:defRPr>
            </a:lvl1pPr>
          </a:lstStyle>
          <a:p>
            <a:r>
              <a:rPr lang="en-US" altLang="ko-KR" dirty="0"/>
              <a:t>SECTION BREAK</a:t>
            </a:r>
            <a:endParaRPr lang="ko-KR" altLang="en-US" dirty="0"/>
          </a:p>
        </p:txBody>
      </p:sp>
      <p:sp>
        <p:nvSpPr>
          <p:cNvPr id="3" name="Text Placeholder 9"/>
          <p:cNvSpPr>
            <a:spLocks noGrp="1"/>
          </p:cNvSpPr>
          <p:nvPr>
            <p:ph type="body" sz="quarter" idx="10" hasCustomPrompt="1"/>
          </p:nvPr>
        </p:nvSpPr>
        <p:spPr>
          <a:xfrm>
            <a:off x="3131840" y="2683835"/>
            <a:ext cx="5472608" cy="197606"/>
          </a:xfrm>
          <a:prstGeom prst="rect">
            <a:avLst/>
          </a:prstGeom>
        </p:spPr>
        <p:txBody>
          <a:bodyPr lIns="108000" anchor="ctr"/>
          <a:lstStyle>
            <a:lvl1pPr marL="0" indent="0" algn="l">
              <a:buNone/>
              <a:defRPr sz="1200" b="1" i="0" baseline="0">
                <a:solidFill>
                  <a:schemeClr val="bg1"/>
                </a:solidFill>
                <a:effectLst/>
                <a:latin typeface="Muli" panose="02000503040000020004" pitchFamily="2" charset="0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Add text</a:t>
            </a:r>
            <a:endParaRPr lang="ko-KR" altLang="en-US" dirty="0"/>
          </a:p>
        </p:txBody>
      </p:sp>
      <p:cxnSp>
        <p:nvCxnSpPr>
          <p:cNvPr id="13" name="Straight Arrow Connector 12"/>
          <p:cNvCxnSpPr/>
          <p:nvPr userDrawn="1"/>
        </p:nvCxnSpPr>
        <p:spPr>
          <a:xfrm>
            <a:off x="0" y="195486"/>
            <a:ext cx="9143999" cy="0"/>
          </a:xfrm>
          <a:prstGeom prst="straightConnector1">
            <a:avLst/>
          </a:prstGeom>
          <a:ln w="12700">
            <a:solidFill>
              <a:srgbClr val="004479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1ECE2D3B-A6B1-8942-89C9-AD0560A83053}"/>
              </a:ext>
            </a:extLst>
          </p:cNvPr>
          <p:cNvCxnSpPr/>
          <p:nvPr userDrawn="1"/>
        </p:nvCxnSpPr>
        <p:spPr>
          <a:xfrm>
            <a:off x="711746" y="4940462"/>
            <a:ext cx="8432254" cy="0"/>
          </a:xfrm>
          <a:prstGeom prst="straightConnector1">
            <a:avLst/>
          </a:prstGeom>
          <a:ln w="12700">
            <a:solidFill>
              <a:schemeClr val="tx2">
                <a:lumMod val="75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" name="Picture 10">
            <a:extLst>
              <a:ext uri="{FF2B5EF4-FFF2-40B4-BE49-F238E27FC236}">
                <a16:creationId xmlns:a16="http://schemas.microsoft.com/office/drawing/2014/main" id="{D5777640-31D4-854E-9973-F3A6AE6F21E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6209" y="3853173"/>
            <a:ext cx="771074" cy="1099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672877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563585A1-5A93-474B-9DC1-1E060119AA18}"/>
              </a:ext>
            </a:extLst>
          </p:cNvPr>
          <p:cNvSpPr/>
          <p:nvPr userDrawn="1"/>
        </p:nvSpPr>
        <p:spPr>
          <a:xfrm>
            <a:off x="-1" y="0"/>
            <a:ext cx="4602397" cy="4323783"/>
          </a:xfrm>
          <a:prstGeom prst="rect">
            <a:avLst/>
          </a:prstGeom>
          <a:solidFill>
            <a:schemeClr val="tx2">
              <a:lumMod val="50000"/>
              <a:alpha val="60000"/>
            </a:schemeClr>
          </a:solidFill>
          <a:ln>
            <a:noFill/>
          </a:ln>
          <a:effectLst/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rtlCol="0" anchor="ctr"/>
          <a:lstStyle>
            <a:lvl1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kern="1200" dirty="0">
              <a:latin typeface="Muli"/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A40F4C1C-A977-2A43-8695-ACCF7B57BEB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87509" y="1037301"/>
            <a:ext cx="3810267" cy="1102519"/>
          </a:xfrm>
          <a:prstGeom prst="rect">
            <a:avLst/>
          </a:prstGeom>
        </p:spPr>
        <p:txBody>
          <a:bodyPr/>
          <a:lstStyle>
            <a:lvl1pPr algn="l">
              <a:defRPr sz="2600">
                <a:solidFill>
                  <a:schemeClr val="bg1"/>
                </a:solidFill>
                <a:latin typeface="Muli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6233982A-8A2C-C645-B059-D1CD8B3EEA5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87509" y="2333872"/>
            <a:ext cx="3810267" cy="741934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100000"/>
              </a:lnSpc>
              <a:buNone/>
              <a:defRPr sz="2000">
                <a:solidFill>
                  <a:srgbClr val="FFFFFF"/>
                </a:solidFill>
                <a:latin typeface="Muli Light"/>
                <a:cs typeface="Muli Light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25E3FED6-8E5A-ED4A-ABF0-5591A661986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87509" y="3222395"/>
            <a:ext cx="1911675" cy="477399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1400">
                <a:solidFill>
                  <a:schemeClr val="bg1"/>
                </a:solidFill>
                <a:latin typeface="Muli Light"/>
                <a:cs typeface="Muli Light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505128145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8508B2A3-9F24-8A49-B79C-150D852A7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87509" y="1639051"/>
            <a:ext cx="5150653" cy="585896"/>
          </a:xfrm>
          <a:prstGeom prst="rect">
            <a:avLst/>
          </a:prstGeom>
        </p:spPr>
        <p:txBody>
          <a:bodyPr/>
          <a:lstStyle>
            <a:lvl1pPr algn="l">
              <a:defRPr sz="2600">
                <a:solidFill>
                  <a:schemeClr val="bg1"/>
                </a:solidFill>
                <a:latin typeface="Muli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AB5A559A-05E9-8149-AD08-1077C356D1B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87509" y="2336215"/>
            <a:ext cx="5150653" cy="690433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100000"/>
              </a:lnSpc>
              <a:buNone/>
              <a:defRPr sz="2000">
                <a:solidFill>
                  <a:srgbClr val="FFFFFF"/>
                </a:solidFill>
                <a:latin typeface="Muli Light"/>
                <a:cs typeface="Muli Light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56983585-C5D5-294A-AA77-10565159EEB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87509" y="3222395"/>
            <a:ext cx="1911675" cy="477399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1400">
                <a:solidFill>
                  <a:schemeClr val="bg1"/>
                </a:solidFill>
                <a:latin typeface="Muli Light"/>
                <a:cs typeface="Muli Light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1455494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4030D0A4-A396-4345-907B-12ABEC3DB1E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54928" y="843558"/>
            <a:ext cx="5984565" cy="808485"/>
          </a:xfrm>
          <a:prstGeom prst="rect">
            <a:avLst/>
          </a:prstGeom>
        </p:spPr>
        <p:txBody>
          <a:bodyPr/>
          <a:lstStyle>
            <a:lvl1pPr algn="ctr">
              <a:defRPr sz="2600">
                <a:solidFill>
                  <a:schemeClr val="bg1"/>
                </a:solidFill>
                <a:latin typeface="Muli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639B751C-8FD9-3A40-AE76-17AB11085F4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54928" y="1653811"/>
            <a:ext cx="5984565" cy="548722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00000"/>
              </a:lnSpc>
              <a:buNone/>
              <a:defRPr sz="2000">
                <a:solidFill>
                  <a:srgbClr val="FFFFFF"/>
                </a:solidFill>
                <a:latin typeface="Muli Light"/>
                <a:cs typeface="Muli Light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AF9C023E-9514-EF4E-9EB7-CD380878E00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554928" y="2227748"/>
            <a:ext cx="5984565" cy="477399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1400">
                <a:solidFill>
                  <a:schemeClr val="bg1"/>
                </a:solidFill>
                <a:latin typeface="Muli Light"/>
                <a:cs typeface="Muli Light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84885812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7DB0EBA7-6087-E741-AAE8-2E77C5D485A9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94512" y="1933815"/>
            <a:ext cx="6228864" cy="565928"/>
          </a:xfrm>
          <a:prstGeom prst="rect">
            <a:avLst/>
          </a:prstGeom>
        </p:spPr>
        <p:txBody>
          <a:bodyPr/>
          <a:lstStyle>
            <a:lvl1pPr algn="l">
              <a:defRPr sz="2600" b="1">
                <a:solidFill>
                  <a:schemeClr val="bg1"/>
                </a:solidFill>
                <a:latin typeface="Muli Bold"/>
                <a:cs typeface="Muli Bold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A99A8CF3-1249-E34E-9D63-4B94892A0C5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81587" y="1269833"/>
            <a:ext cx="6241789" cy="663981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100000"/>
              </a:lnSpc>
              <a:buNone/>
              <a:defRPr sz="2000">
                <a:solidFill>
                  <a:srgbClr val="FFFFFF"/>
                </a:solidFill>
                <a:latin typeface="Muli Light"/>
                <a:cs typeface="Muli Light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E0B30BAE-77A7-3741-A9DB-2FFC4B2CF32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94512" y="2513813"/>
            <a:ext cx="3329416" cy="477399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1400">
                <a:solidFill>
                  <a:schemeClr val="bg1"/>
                </a:solidFill>
                <a:latin typeface="Muli Light"/>
                <a:cs typeface="Muli Light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868178619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C4677107-5BA3-1343-AC3A-071FB3B2DE71}"/>
              </a:ext>
            </a:extLst>
          </p:cNvPr>
          <p:cNvCxnSpPr/>
          <p:nvPr userDrawn="1"/>
        </p:nvCxnSpPr>
        <p:spPr>
          <a:xfrm>
            <a:off x="306426" y="3471944"/>
            <a:ext cx="3328204" cy="0"/>
          </a:xfrm>
          <a:prstGeom prst="line">
            <a:avLst/>
          </a:prstGeom>
          <a:ln w="19050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itle 1">
            <a:extLst>
              <a:ext uri="{FF2B5EF4-FFF2-40B4-BE49-F238E27FC236}">
                <a16:creationId xmlns:a16="http://schemas.microsoft.com/office/drawing/2014/main" id="{05D6BF13-600F-0D45-A611-2FAB7D3B2C89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06426" y="1098312"/>
            <a:ext cx="3436298" cy="808485"/>
          </a:xfrm>
          <a:prstGeom prst="rect">
            <a:avLst/>
          </a:prstGeom>
        </p:spPr>
        <p:txBody>
          <a:bodyPr/>
          <a:lstStyle>
            <a:lvl1pPr algn="l">
              <a:defRPr sz="2400" b="1">
                <a:solidFill>
                  <a:schemeClr val="bg1"/>
                </a:solidFill>
                <a:latin typeface="Muli Bold"/>
                <a:cs typeface="Muli Bold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FD10FA73-852E-F342-8F09-B608909F323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06425" y="2310015"/>
            <a:ext cx="3436299" cy="663981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100000"/>
              </a:lnSpc>
              <a:buNone/>
              <a:defRPr sz="2000">
                <a:solidFill>
                  <a:srgbClr val="FFFFFF"/>
                </a:solidFill>
                <a:latin typeface="Muli Light"/>
                <a:cs typeface="Muli Light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A22BC783-D62B-554F-A383-3F5D5B826E0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06425" y="3669822"/>
            <a:ext cx="3436299" cy="477399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1400">
                <a:solidFill>
                  <a:schemeClr val="bg1"/>
                </a:solidFill>
                <a:latin typeface="Muli Light"/>
                <a:cs typeface="Muli Light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748126632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5AEA728D-18D2-8D41-A4DF-4E866518A85E}"/>
              </a:ext>
            </a:extLst>
          </p:cNvPr>
          <p:cNvSpPr/>
          <p:nvPr userDrawn="1"/>
        </p:nvSpPr>
        <p:spPr>
          <a:xfrm flipV="1">
            <a:off x="0" y="-19"/>
            <a:ext cx="3923928" cy="4349863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/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>
            <a:lvl1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kern="1200" dirty="0">
              <a:latin typeface="Muli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4F15CB35-1735-1C4C-99A6-8E8F7AA8EC09}"/>
              </a:ext>
            </a:extLst>
          </p:cNvPr>
          <p:cNvCxnSpPr/>
          <p:nvPr userDrawn="1"/>
        </p:nvCxnSpPr>
        <p:spPr>
          <a:xfrm>
            <a:off x="306426" y="3471944"/>
            <a:ext cx="3328204" cy="0"/>
          </a:xfrm>
          <a:prstGeom prst="line">
            <a:avLst/>
          </a:prstGeom>
          <a:ln w="19050" cmpd="sng">
            <a:solidFill>
              <a:schemeClr val="tx2">
                <a:lumMod val="75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itle 1">
            <a:extLst>
              <a:ext uri="{FF2B5EF4-FFF2-40B4-BE49-F238E27FC236}">
                <a16:creationId xmlns:a16="http://schemas.microsoft.com/office/drawing/2014/main" id="{EFFDBD6F-98CF-024B-A4BC-54A40F057FB0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06426" y="1098312"/>
            <a:ext cx="3436298" cy="808485"/>
          </a:xfrm>
          <a:prstGeom prst="rect">
            <a:avLst/>
          </a:prstGeom>
        </p:spPr>
        <p:txBody>
          <a:bodyPr/>
          <a:lstStyle>
            <a:lvl1pPr algn="l">
              <a:defRPr sz="2400" b="1">
                <a:solidFill>
                  <a:schemeClr val="tx1"/>
                </a:solidFill>
                <a:latin typeface="Muli Bold"/>
                <a:cs typeface="Muli Bold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52F1269B-3B3D-2D41-8A7A-A8B1A9AB29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06425" y="2310015"/>
            <a:ext cx="3436299" cy="663981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100000"/>
              </a:lnSpc>
              <a:buNone/>
              <a:defRPr sz="2000">
                <a:solidFill>
                  <a:schemeClr val="tx1"/>
                </a:solidFill>
                <a:latin typeface="Muli Light"/>
                <a:cs typeface="Muli Light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11" name="Text Placeholder 3">
            <a:extLst>
              <a:ext uri="{FF2B5EF4-FFF2-40B4-BE49-F238E27FC236}">
                <a16:creationId xmlns:a16="http://schemas.microsoft.com/office/drawing/2014/main" id="{A2EF71A8-081E-2540-89DF-69E433DA58B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06425" y="3669822"/>
            <a:ext cx="3328204" cy="477399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1400">
                <a:solidFill>
                  <a:schemeClr val="tx1"/>
                </a:solidFill>
                <a:latin typeface="Muli Light"/>
                <a:cs typeface="Muli Light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888107613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11b1Nov.jpg">
            <a:extLst>
              <a:ext uri="{FF2B5EF4-FFF2-40B4-BE49-F238E27FC236}">
                <a16:creationId xmlns:a16="http://schemas.microsoft.com/office/drawing/2014/main" id="{8EF68AF8-8D08-0340-B46F-24362D46A411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3800" r="12679" b="2112"/>
          <a:stretch/>
        </p:blipFill>
        <p:spPr>
          <a:xfrm>
            <a:off x="0" y="944"/>
            <a:ext cx="9138809" cy="5146760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4808C853-0BB3-9947-BBEB-7BFC78ABE19D}"/>
              </a:ext>
            </a:extLst>
          </p:cNvPr>
          <p:cNvSpPr/>
          <p:nvPr userDrawn="1"/>
        </p:nvSpPr>
        <p:spPr>
          <a:xfrm>
            <a:off x="5190" y="0"/>
            <a:ext cx="9138809" cy="5146760"/>
          </a:xfrm>
          <a:prstGeom prst="rect">
            <a:avLst/>
          </a:prstGeom>
          <a:solidFill>
            <a:schemeClr val="tx1">
              <a:alpha val="4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itle 1">
            <a:extLst>
              <a:ext uri="{FF2B5EF4-FFF2-40B4-BE49-F238E27FC236}">
                <a16:creationId xmlns:a16="http://schemas.microsoft.com/office/drawing/2014/main" id="{F0E95AF4-05FA-3B44-A29F-7082E4250DF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8995" y="1491630"/>
            <a:ext cx="7772400" cy="931312"/>
          </a:xfrm>
          <a:prstGeom prst="rect">
            <a:avLst/>
          </a:prstGeom>
        </p:spPr>
        <p:txBody>
          <a:bodyPr/>
          <a:lstStyle>
            <a:lvl1pPr algn="l">
              <a:defRPr sz="3200">
                <a:solidFill>
                  <a:srgbClr val="FFFFFF"/>
                </a:solidFill>
                <a:latin typeface="Muli"/>
                <a:cs typeface="Muli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7" name="Subtitle 2">
            <a:extLst>
              <a:ext uri="{FF2B5EF4-FFF2-40B4-BE49-F238E27FC236}">
                <a16:creationId xmlns:a16="http://schemas.microsoft.com/office/drawing/2014/main" id="{F68ECA12-F47F-1442-BFFC-94B7E31A5BC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8995" y="2536576"/>
            <a:ext cx="6400800" cy="1031570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400">
                <a:solidFill>
                  <a:srgbClr val="FFFFFF"/>
                </a:solidFill>
                <a:latin typeface="Muli Light"/>
                <a:cs typeface="Muli Light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18" name="Footer Placeholder 4">
            <a:extLst>
              <a:ext uri="{FF2B5EF4-FFF2-40B4-BE49-F238E27FC236}">
                <a16:creationId xmlns:a16="http://schemas.microsoft.com/office/drawing/2014/main" id="{2912840E-0F6A-ED48-9A2B-502817EB6F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67395" y="4580629"/>
            <a:ext cx="2895600" cy="274637"/>
          </a:xfrm>
          <a:prstGeom prst="rect">
            <a:avLst/>
          </a:prstGeom>
        </p:spPr>
        <p:txBody>
          <a:bodyPr/>
          <a:lstStyle>
            <a:lvl1pPr algn="ctr">
              <a:defRPr sz="1200">
                <a:solidFill>
                  <a:schemeClr val="bg1"/>
                </a:solidFill>
                <a:latin typeface="Muli Light"/>
                <a:cs typeface="Muli Light"/>
              </a:defRPr>
            </a:lvl1pPr>
          </a:lstStyle>
          <a:p>
            <a:endParaRPr lang="en-US" dirty="0"/>
          </a:p>
        </p:txBody>
      </p:sp>
      <p:sp>
        <p:nvSpPr>
          <p:cNvPr id="19" name="Slide Number Placeholder 5">
            <a:extLst>
              <a:ext uri="{FF2B5EF4-FFF2-40B4-BE49-F238E27FC236}">
                <a16:creationId xmlns:a16="http://schemas.microsoft.com/office/drawing/2014/main" id="{D4878F94-83FF-FD4D-A3B0-44FD4722D8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780139" y="4580629"/>
            <a:ext cx="2133600" cy="274637"/>
          </a:xfrm>
          <a:prstGeom prst="rect">
            <a:avLst/>
          </a:prstGeom>
        </p:spPr>
        <p:txBody>
          <a:bodyPr/>
          <a:lstStyle>
            <a:lvl1pPr algn="r">
              <a:defRPr sz="1200">
                <a:solidFill>
                  <a:srgbClr val="FFFFFF"/>
                </a:solidFill>
                <a:latin typeface="Muli"/>
              </a:defRPr>
            </a:lvl1pPr>
          </a:lstStyle>
          <a:p>
            <a:fld id="{543F94D5-381C-B041-837D-11FDDB7301AD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4C5725E5-DB25-CE43-B45F-6E30DE6F4A07}"/>
              </a:ext>
            </a:extLst>
          </p:cNvPr>
          <p:cNvGrpSpPr/>
          <p:nvPr userDrawn="1"/>
        </p:nvGrpSpPr>
        <p:grpSpPr>
          <a:xfrm>
            <a:off x="-5190" y="4167985"/>
            <a:ext cx="974571" cy="974571"/>
            <a:chOff x="5491" y="4185101"/>
            <a:chExt cx="974571" cy="974571"/>
          </a:xfrm>
        </p:grpSpPr>
        <p:sp>
          <p:nvSpPr>
            <p:cNvPr id="11" name="Right Triangle 10">
              <a:extLst>
                <a:ext uri="{FF2B5EF4-FFF2-40B4-BE49-F238E27FC236}">
                  <a16:creationId xmlns:a16="http://schemas.microsoft.com/office/drawing/2014/main" id="{91EA1AD2-8ADB-F844-AFEB-16EB56062675}"/>
                </a:ext>
              </a:extLst>
            </p:cNvPr>
            <p:cNvSpPr/>
            <p:nvPr/>
          </p:nvSpPr>
          <p:spPr>
            <a:xfrm>
              <a:off x="5491" y="4185101"/>
              <a:ext cx="974571" cy="974571"/>
            </a:xfrm>
            <a:prstGeom prst="rtTriangle">
              <a:avLst/>
            </a:prstGeom>
            <a:solidFill>
              <a:srgbClr val="053A6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20" name="Picture 19" descr="UST_L4_white.eps">
              <a:extLst>
                <a:ext uri="{FF2B5EF4-FFF2-40B4-BE49-F238E27FC236}">
                  <a16:creationId xmlns:a16="http://schemas.microsoft.com/office/drawing/2014/main" id="{6C28C5BF-2116-684C-AA1A-1790C02B8D15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 r="76298"/>
            <a:stretch/>
          </p:blipFill>
          <p:spPr>
            <a:xfrm>
              <a:off x="199585" y="4693906"/>
              <a:ext cx="224324" cy="302687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314969777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close up of a sign&#10;&#10;Description automatically generated">
            <a:extLst>
              <a:ext uri="{FF2B5EF4-FFF2-40B4-BE49-F238E27FC236}">
                <a16:creationId xmlns:a16="http://schemas.microsoft.com/office/drawing/2014/main" id="{36DC59AE-4F78-F44D-A5A7-A7C448441A2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7367"/>
            <a:ext cx="9144000" cy="5143500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BF190583-73A6-134F-B893-C3191D7AD756}"/>
              </a:ext>
            </a:extLst>
          </p:cNvPr>
          <p:cNvSpPr/>
          <p:nvPr userDrawn="1"/>
        </p:nvSpPr>
        <p:spPr>
          <a:xfrm>
            <a:off x="0" y="6993"/>
            <a:ext cx="9144000" cy="5143500"/>
          </a:xfrm>
          <a:prstGeom prst="rect">
            <a:avLst/>
          </a:prstGeom>
          <a:solidFill>
            <a:schemeClr val="tx2">
              <a:lumMod val="50000"/>
              <a:alpha val="60000"/>
            </a:schemeClr>
          </a:solidFill>
          <a:ln>
            <a:noFill/>
          </a:ln>
          <a:effectLst/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rtlCol="0" anchor="ctr"/>
          <a:lstStyle>
            <a:lvl1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kern="1200" dirty="0">
              <a:latin typeface="Muli"/>
            </a:endParaRPr>
          </a:p>
        </p:txBody>
      </p:sp>
      <p:sp>
        <p:nvSpPr>
          <p:cNvPr id="20" name="Footer Placeholder 4">
            <a:extLst>
              <a:ext uri="{FF2B5EF4-FFF2-40B4-BE49-F238E27FC236}">
                <a16:creationId xmlns:a16="http://schemas.microsoft.com/office/drawing/2014/main" id="{6CC2736E-AE69-A64F-8123-1A3604FD21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67395" y="4580629"/>
            <a:ext cx="2895600" cy="274637"/>
          </a:xfrm>
          <a:prstGeom prst="rect">
            <a:avLst/>
          </a:prstGeom>
        </p:spPr>
        <p:txBody>
          <a:bodyPr/>
          <a:lstStyle>
            <a:lvl1pPr algn="ctr">
              <a:defRPr sz="1200">
                <a:solidFill>
                  <a:schemeClr val="bg1"/>
                </a:solidFill>
                <a:latin typeface="Muli Light"/>
                <a:cs typeface="Muli Light"/>
              </a:defRPr>
            </a:lvl1pPr>
          </a:lstStyle>
          <a:p>
            <a:endParaRPr lang="en-US" dirty="0"/>
          </a:p>
        </p:txBody>
      </p:sp>
      <p:sp>
        <p:nvSpPr>
          <p:cNvPr id="21" name="Slide Number Placeholder 5">
            <a:extLst>
              <a:ext uri="{FF2B5EF4-FFF2-40B4-BE49-F238E27FC236}">
                <a16:creationId xmlns:a16="http://schemas.microsoft.com/office/drawing/2014/main" id="{749B8322-F8DF-5E43-ADAD-58A7A8E758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780139" y="4580629"/>
            <a:ext cx="2133600" cy="274637"/>
          </a:xfrm>
          <a:prstGeom prst="rect">
            <a:avLst/>
          </a:prstGeom>
        </p:spPr>
        <p:txBody>
          <a:bodyPr/>
          <a:lstStyle>
            <a:lvl1pPr algn="r">
              <a:defRPr sz="1200">
                <a:solidFill>
                  <a:srgbClr val="FFFFFF"/>
                </a:solidFill>
                <a:latin typeface="Muli"/>
              </a:defRPr>
            </a:lvl1pPr>
          </a:lstStyle>
          <a:p>
            <a:fld id="{543F94D5-381C-B041-837D-11FDDB7301AD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B79B0B36-7BC9-0F43-9A52-A0381E4EEBDB}"/>
              </a:ext>
            </a:extLst>
          </p:cNvPr>
          <p:cNvGrpSpPr/>
          <p:nvPr userDrawn="1"/>
        </p:nvGrpSpPr>
        <p:grpSpPr>
          <a:xfrm>
            <a:off x="-5190" y="4167985"/>
            <a:ext cx="974571" cy="974571"/>
            <a:chOff x="5491" y="4185101"/>
            <a:chExt cx="974571" cy="974571"/>
          </a:xfrm>
        </p:grpSpPr>
        <p:sp>
          <p:nvSpPr>
            <p:cNvPr id="23" name="Right Triangle 22">
              <a:extLst>
                <a:ext uri="{FF2B5EF4-FFF2-40B4-BE49-F238E27FC236}">
                  <a16:creationId xmlns:a16="http://schemas.microsoft.com/office/drawing/2014/main" id="{065EF2C6-7DB6-DE4C-B591-32DC2E5EA096}"/>
                </a:ext>
              </a:extLst>
            </p:cNvPr>
            <p:cNvSpPr/>
            <p:nvPr/>
          </p:nvSpPr>
          <p:spPr>
            <a:xfrm>
              <a:off x="5491" y="4185101"/>
              <a:ext cx="974571" cy="974571"/>
            </a:xfrm>
            <a:prstGeom prst="rtTriangle">
              <a:avLst/>
            </a:prstGeom>
            <a:solidFill>
              <a:srgbClr val="053A6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24" name="Picture 23" descr="UST_L4_white.eps">
              <a:extLst>
                <a:ext uri="{FF2B5EF4-FFF2-40B4-BE49-F238E27FC236}">
                  <a16:creationId xmlns:a16="http://schemas.microsoft.com/office/drawing/2014/main" id="{075648B8-AECD-E348-ACE0-1F8792AB67D0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 r="76298"/>
            <a:stretch/>
          </p:blipFill>
          <p:spPr>
            <a:xfrm>
              <a:off x="199585" y="4693906"/>
              <a:ext cx="224324" cy="302687"/>
            </a:xfrm>
            <a:prstGeom prst="rect">
              <a:avLst/>
            </a:prstGeom>
          </p:spPr>
        </p:pic>
      </p:grpSp>
      <p:sp>
        <p:nvSpPr>
          <p:cNvPr id="25" name="Title 1">
            <a:extLst>
              <a:ext uri="{FF2B5EF4-FFF2-40B4-BE49-F238E27FC236}">
                <a16:creationId xmlns:a16="http://schemas.microsoft.com/office/drawing/2014/main" id="{3C86726B-2B2B-8B4D-8B54-87CEE0D4F42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50860" y="1614774"/>
            <a:ext cx="7772400" cy="931312"/>
          </a:xfrm>
          <a:prstGeom prst="rect">
            <a:avLst/>
          </a:prstGeom>
        </p:spPr>
        <p:txBody>
          <a:bodyPr/>
          <a:lstStyle>
            <a:lvl1pPr algn="l">
              <a:defRPr sz="3200">
                <a:solidFill>
                  <a:srgbClr val="FFFFFF"/>
                </a:solidFill>
                <a:latin typeface="Muli"/>
                <a:cs typeface="Muli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6" name="Subtitle 2">
            <a:extLst>
              <a:ext uri="{FF2B5EF4-FFF2-40B4-BE49-F238E27FC236}">
                <a16:creationId xmlns:a16="http://schemas.microsoft.com/office/drawing/2014/main" id="{FC64934D-019E-AC41-8C89-A9FF2A96A6A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50860" y="2173946"/>
            <a:ext cx="6400800" cy="1031570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400">
                <a:solidFill>
                  <a:srgbClr val="FFFFFF"/>
                </a:solidFill>
                <a:latin typeface="Muli Light"/>
                <a:cs typeface="Muli Light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1204642994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view of a building&#10;&#10;Description automatically generated">
            <a:extLst>
              <a:ext uri="{FF2B5EF4-FFF2-40B4-BE49-F238E27FC236}">
                <a16:creationId xmlns:a16="http://schemas.microsoft.com/office/drawing/2014/main" id="{E67D108F-86A7-C446-AD4A-B695A3C7ED7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BF190583-73A6-134F-B893-C3191D7AD756}"/>
              </a:ext>
            </a:extLst>
          </p:cNvPr>
          <p:cNvSpPr/>
          <p:nvPr userDrawn="1"/>
        </p:nvSpPr>
        <p:spPr>
          <a:xfrm>
            <a:off x="0" y="1811"/>
            <a:ext cx="9144000" cy="5143500"/>
          </a:xfrm>
          <a:prstGeom prst="rect">
            <a:avLst/>
          </a:prstGeom>
          <a:solidFill>
            <a:schemeClr val="tx2">
              <a:lumMod val="50000"/>
              <a:alpha val="60000"/>
            </a:schemeClr>
          </a:solidFill>
          <a:ln>
            <a:noFill/>
          </a:ln>
          <a:effectLst/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rtlCol="0" anchor="ctr"/>
          <a:lstStyle>
            <a:lvl1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kern="1200" dirty="0">
              <a:latin typeface="Muli"/>
            </a:endParaRPr>
          </a:p>
        </p:txBody>
      </p:sp>
      <p:sp>
        <p:nvSpPr>
          <p:cNvPr id="20" name="Footer Placeholder 4">
            <a:extLst>
              <a:ext uri="{FF2B5EF4-FFF2-40B4-BE49-F238E27FC236}">
                <a16:creationId xmlns:a16="http://schemas.microsoft.com/office/drawing/2014/main" id="{CEE3A202-91DF-AB45-A8A1-BCF314251D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67395" y="4580629"/>
            <a:ext cx="2895600" cy="274637"/>
          </a:xfrm>
          <a:prstGeom prst="rect">
            <a:avLst/>
          </a:prstGeom>
        </p:spPr>
        <p:txBody>
          <a:bodyPr/>
          <a:lstStyle>
            <a:lvl1pPr algn="ctr">
              <a:defRPr sz="1200">
                <a:solidFill>
                  <a:schemeClr val="bg1"/>
                </a:solidFill>
                <a:latin typeface="Muli Light"/>
                <a:cs typeface="Muli Light"/>
              </a:defRPr>
            </a:lvl1pPr>
          </a:lstStyle>
          <a:p>
            <a:endParaRPr lang="en-US" dirty="0"/>
          </a:p>
        </p:txBody>
      </p:sp>
      <p:sp>
        <p:nvSpPr>
          <p:cNvPr id="21" name="Slide Number Placeholder 5">
            <a:extLst>
              <a:ext uri="{FF2B5EF4-FFF2-40B4-BE49-F238E27FC236}">
                <a16:creationId xmlns:a16="http://schemas.microsoft.com/office/drawing/2014/main" id="{10400473-8767-B94D-8EB7-599EE42FF2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780139" y="4580629"/>
            <a:ext cx="2133600" cy="274637"/>
          </a:xfrm>
          <a:prstGeom prst="rect">
            <a:avLst/>
          </a:prstGeom>
        </p:spPr>
        <p:txBody>
          <a:bodyPr/>
          <a:lstStyle>
            <a:lvl1pPr algn="r">
              <a:defRPr sz="1200">
                <a:solidFill>
                  <a:srgbClr val="FFFFFF"/>
                </a:solidFill>
                <a:latin typeface="Muli"/>
              </a:defRPr>
            </a:lvl1pPr>
          </a:lstStyle>
          <a:p>
            <a:fld id="{543F94D5-381C-B041-837D-11FDDB7301AD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EE8C7B22-E921-CF43-936F-42B309B410AA}"/>
              </a:ext>
            </a:extLst>
          </p:cNvPr>
          <p:cNvGrpSpPr/>
          <p:nvPr userDrawn="1"/>
        </p:nvGrpSpPr>
        <p:grpSpPr>
          <a:xfrm>
            <a:off x="-5190" y="4167985"/>
            <a:ext cx="974571" cy="974571"/>
            <a:chOff x="5491" y="4185101"/>
            <a:chExt cx="974571" cy="974571"/>
          </a:xfrm>
        </p:grpSpPr>
        <p:sp>
          <p:nvSpPr>
            <p:cNvPr id="23" name="Right Triangle 22">
              <a:extLst>
                <a:ext uri="{FF2B5EF4-FFF2-40B4-BE49-F238E27FC236}">
                  <a16:creationId xmlns:a16="http://schemas.microsoft.com/office/drawing/2014/main" id="{78FF5F33-80D9-3145-89B3-0F420096E09E}"/>
                </a:ext>
              </a:extLst>
            </p:cNvPr>
            <p:cNvSpPr/>
            <p:nvPr/>
          </p:nvSpPr>
          <p:spPr>
            <a:xfrm>
              <a:off x="5491" y="4185101"/>
              <a:ext cx="974571" cy="974571"/>
            </a:xfrm>
            <a:prstGeom prst="rtTriangle">
              <a:avLst/>
            </a:prstGeom>
            <a:solidFill>
              <a:srgbClr val="053A6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24" name="Picture 23" descr="UST_L4_white.eps">
              <a:extLst>
                <a:ext uri="{FF2B5EF4-FFF2-40B4-BE49-F238E27FC236}">
                  <a16:creationId xmlns:a16="http://schemas.microsoft.com/office/drawing/2014/main" id="{104AE86C-435B-2845-B895-B5356FCDBB3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 r="76298"/>
            <a:stretch/>
          </p:blipFill>
          <p:spPr>
            <a:xfrm>
              <a:off x="199585" y="4693906"/>
              <a:ext cx="224324" cy="302687"/>
            </a:xfrm>
            <a:prstGeom prst="rect">
              <a:avLst/>
            </a:prstGeom>
          </p:spPr>
        </p:pic>
      </p:grpSp>
      <p:sp>
        <p:nvSpPr>
          <p:cNvPr id="25" name="Title 1">
            <a:extLst>
              <a:ext uri="{FF2B5EF4-FFF2-40B4-BE49-F238E27FC236}">
                <a16:creationId xmlns:a16="http://schemas.microsoft.com/office/drawing/2014/main" id="{DFD3AECD-05A6-6547-B188-80C751B4204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50860" y="1614774"/>
            <a:ext cx="7772400" cy="931312"/>
          </a:xfrm>
          <a:prstGeom prst="rect">
            <a:avLst/>
          </a:prstGeom>
        </p:spPr>
        <p:txBody>
          <a:bodyPr/>
          <a:lstStyle>
            <a:lvl1pPr algn="l">
              <a:defRPr sz="3200">
                <a:solidFill>
                  <a:srgbClr val="FFFFFF"/>
                </a:solidFill>
                <a:latin typeface="Muli"/>
                <a:cs typeface="Muli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6" name="Subtitle 2">
            <a:extLst>
              <a:ext uri="{FF2B5EF4-FFF2-40B4-BE49-F238E27FC236}">
                <a16:creationId xmlns:a16="http://schemas.microsoft.com/office/drawing/2014/main" id="{9B9982FB-B2F2-8D41-B284-6E4E75CEF62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50860" y="2173946"/>
            <a:ext cx="6400800" cy="1031570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400">
                <a:solidFill>
                  <a:srgbClr val="FFFFFF"/>
                </a:solidFill>
                <a:latin typeface="Muli Light"/>
                <a:cs typeface="Muli Light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1766155082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group of people jumping in the air&#10;&#10;Description automatically generated">
            <a:extLst>
              <a:ext uri="{FF2B5EF4-FFF2-40B4-BE49-F238E27FC236}">
                <a16:creationId xmlns:a16="http://schemas.microsoft.com/office/drawing/2014/main" id="{C41B6602-F0EC-F942-86A1-138E9196126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BF190583-73A6-134F-B893-C3191D7AD756}"/>
              </a:ext>
            </a:extLst>
          </p:cNvPr>
          <p:cNvSpPr/>
          <p:nvPr userDrawn="1"/>
        </p:nvSpPr>
        <p:spPr>
          <a:xfrm>
            <a:off x="0" y="7076"/>
            <a:ext cx="9144000" cy="5143500"/>
          </a:xfrm>
          <a:prstGeom prst="rect">
            <a:avLst/>
          </a:prstGeom>
          <a:solidFill>
            <a:schemeClr val="tx2">
              <a:lumMod val="50000"/>
              <a:alpha val="70000"/>
            </a:schemeClr>
          </a:solidFill>
          <a:ln>
            <a:noFill/>
          </a:ln>
          <a:effectLst/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rtlCol="0" anchor="ctr"/>
          <a:lstStyle>
            <a:lvl1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kern="1200" dirty="0">
              <a:latin typeface="Muli"/>
            </a:endParaRPr>
          </a:p>
        </p:txBody>
      </p:sp>
      <p:sp>
        <p:nvSpPr>
          <p:cNvPr id="20" name="Footer Placeholder 4">
            <a:extLst>
              <a:ext uri="{FF2B5EF4-FFF2-40B4-BE49-F238E27FC236}">
                <a16:creationId xmlns:a16="http://schemas.microsoft.com/office/drawing/2014/main" id="{F0A115E2-4D28-E944-9BA0-7EB2E952DF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67395" y="4580629"/>
            <a:ext cx="2895600" cy="274637"/>
          </a:xfrm>
          <a:prstGeom prst="rect">
            <a:avLst/>
          </a:prstGeom>
        </p:spPr>
        <p:txBody>
          <a:bodyPr/>
          <a:lstStyle>
            <a:lvl1pPr algn="ctr">
              <a:defRPr sz="1200">
                <a:solidFill>
                  <a:schemeClr val="bg1"/>
                </a:solidFill>
                <a:latin typeface="Muli Light"/>
                <a:cs typeface="Muli Light"/>
              </a:defRPr>
            </a:lvl1pPr>
          </a:lstStyle>
          <a:p>
            <a:endParaRPr lang="en-US" dirty="0"/>
          </a:p>
        </p:txBody>
      </p:sp>
      <p:sp>
        <p:nvSpPr>
          <p:cNvPr id="21" name="Slide Number Placeholder 5">
            <a:extLst>
              <a:ext uri="{FF2B5EF4-FFF2-40B4-BE49-F238E27FC236}">
                <a16:creationId xmlns:a16="http://schemas.microsoft.com/office/drawing/2014/main" id="{6EE5CD10-F103-0A40-9228-F30E110514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780139" y="4580629"/>
            <a:ext cx="2133600" cy="274637"/>
          </a:xfrm>
          <a:prstGeom prst="rect">
            <a:avLst/>
          </a:prstGeom>
        </p:spPr>
        <p:txBody>
          <a:bodyPr/>
          <a:lstStyle>
            <a:lvl1pPr algn="r">
              <a:defRPr sz="1200">
                <a:solidFill>
                  <a:srgbClr val="FFFFFF"/>
                </a:solidFill>
                <a:latin typeface="Muli"/>
              </a:defRPr>
            </a:lvl1pPr>
          </a:lstStyle>
          <a:p>
            <a:fld id="{543F94D5-381C-B041-837D-11FDDB7301AD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886D0BDA-D014-B94B-A2E1-43BAAC41FC8C}"/>
              </a:ext>
            </a:extLst>
          </p:cNvPr>
          <p:cNvGrpSpPr/>
          <p:nvPr userDrawn="1"/>
        </p:nvGrpSpPr>
        <p:grpSpPr>
          <a:xfrm>
            <a:off x="-5190" y="4167985"/>
            <a:ext cx="974571" cy="974571"/>
            <a:chOff x="5491" y="4185101"/>
            <a:chExt cx="974571" cy="974571"/>
          </a:xfrm>
        </p:grpSpPr>
        <p:sp>
          <p:nvSpPr>
            <p:cNvPr id="23" name="Right Triangle 22">
              <a:extLst>
                <a:ext uri="{FF2B5EF4-FFF2-40B4-BE49-F238E27FC236}">
                  <a16:creationId xmlns:a16="http://schemas.microsoft.com/office/drawing/2014/main" id="{EB2DCAAF-36B7-424A-A3EC-4D5EA8DBC13F}"/>
                </a:ext>
              </a:extLst>
            </p:cNvPr>
            <p:cNvSpPr/>
            <p:nvPr/>
          </p:nvSpPr>
          <p:spPr>
            <a:xfrm>
              <a:off x="5491" y="4185101"/>
              <a:ext cx="974571" cy="974571"/>
            </a:xfrm>
            <a:prstGeom prst="rtTriangle">
              <a:avLst/>
            </a:prstGeom>
            <a:solidFill>
              <a:srgbClr val="053A6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24" name="Picture 23" descr="UST_L4_white.eps">
              <a:extLst>
                <a:ext uri="{FF2B5EF4-FFF2-40B4-BE49-F238E27FC236}">
                  <a16:creationId xmlns:a16="http://schemas.microsoft.com/office/drawing/2014/main" id="{B041F061-5838-064F-97E7-2AE56B1AF9B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 r="76298"/>
            <a:stretch/>
          </p:blipFill>
          <p:spPr>
            <a:xfrm>
              <a:off x="199585" y="4693906"/>
              <a:ext cx="224324" cy="302687"/>
            </a:xfrm>
            <a:prstGeom prst="rect">
              <a:avLst/>
            </a:prstGeom>
          </p:spPr>
        </p:pic>
      </p:grpSp>
      <p:sp>
        <p:nvSpPr>
          <p:cNvPr id="25" name="Title 1">
            <a:extLst>
              <a:ext uri="{FF2B5EF4-FFF2-40B4-BE49-F238E27FC236}">
                <a16:creationId xmlns:a16="http://schemas.microsoft.com/office/drawing/2014/main" id="{5CFAB0CC-CDE5-5E48-BE9A-AA4292926B0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50860" y="1614774"/>
            <a:ext cx="7772400" cy="931312"/>
          </a:xfrm>
          <a:prstGeom prst="rect">
            <a:avLst/>
          </a:prstGeom>
        </p:spPr>
        <p:txBody>
          <a:bodyPr/>
          <a:lstStyle>
            <a:lvl1pPr algn="l">
              <a:defRPr sz="3200">
                <a:solidFill>
                  <a:srgbClr val="FFFFFF"/>
                </a:solidFill>
                <a:latin typeface="Muli"/>
                <a:cs typeface="Muli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6" name="Subtitle 2">
            <a:extLst>
              <a:ext uri="{FF2B5EF4-FFF2-40B4-BE49-F238E27FC236}">
                <a16:creationId xmlns:a16="http://schemas.microsoft.com/office/drawing/2014/main" id="{8F7EFBA1-76DA-CC44-8432-3F03B609205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50860" y="2173946"/>
            <a:ext cx="6400800" cy="1031570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400">
                <a:solidFill>
                  <a:srgbClr val="FFFFFF"/>
                </a:solidFill>
                <a:latin typeface="Muli Light"/>
                <a:cs typeface="Muli Light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1501087029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picture containing person, racket, ball, player&#10;&#10;Description automatically generated">
            <a:extLst>
              <a:ext uri="{FF2B5EF4-FFF2-40B4-BE49-F238E27FC236}">
                <a16:creationId xmlns:a16="http://schemas.microsoft.com/office/drawing/2014/main" id="{50F42634-ADFF-264E-A430-7F95CC013CB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BF190583-73A6-134F-B893-C3191D7AD756}"/>
              </a:ext>
            </a:extLst>
          </p:cNvPr>
          <p:cNvSpPr/>
          <p:nvPr userDrawn="1"/>
        </p:nvSpPr>
        <p:spPr>
          <a:xfrm>
            <a:off x="8870" y="7076"/>
            <a:ext cx="9144000" cy="5143500"/>
          </a:xfrm>
          <a:prstGeom prst="rect">
            <a:avLst/>
          </a:prstGeom>
          <a:solidFill>
            <a:schemeClr val="tx2">
              <a:lumMod val="50000"/>
              <a:alpha val="70000"/>
            </a:schemeClr>
          </a:solidFill>
          <a:ln>
            <a:noFill/>
          </a:ln>
          <a:effectLst/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rtlCol="0" anchor="ctr"/>
          <a:lstStyle>
            <a:lvl1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kern="1200" dirty="0">
              <a:latin typeface="Muli"/>
            </a:endParaRPr>
          </a:p>
        </p:txBody>
      </p:sp>
      <p:sp>
        <p:nvSpPr>
          <p:cNvPr id="20" name="Footer Placeholder 4">
            <a:extLst>
              <a:ext uri="{FF2B5EF4-FFF2-40B4-BE49-F238E27FC236}">
                <a16:creationId xmlns:a16="http://schemas.microsoft.com/office/drawing/2014/main" id="{8CB9DD16-2466-8542-BFB6-2ADBBDF5FA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67395" y="4580629"/>
            <a:ext cx="2895600" cy="274637"/>
          </a:xfrm>
          <a:prstGeom prst="rect">
            <a:avLst/>
          </a:prstGeom>
        </p:spPr>
        <p:txBody>
          <a:bodyPr/>
          <a:lstStyle>
            <a:lvl1pPr algn="ctr">
              <a:defRPr sz="1200">
                <a:solidFill>
                  <a:schemeClr val="bg1"/>
                </a:solidFill>
                <a:latin typeface="Muli Light"/>
                <a:cs typeface="Muli Light"/>
              </a:defRPr>
            </a:lvl1pPr>
          </a:lstStyle>
          <a:p>
            <a:endParaRPr lang="en-US" dirty="0"/>
          </a:p>
        </p:txBody>
      </p:sp>
      <p:sp>
        <p:nvSpPr>
          <p:cNvPr id="21" name="Slide Number Placeholder 5">
            <a:extLst>
              <a:ext uri="{FF2B5EF4-FFF2-40B4-BE49-F238E27FC236}">
                <a16:creationId xmlns:a16="http://schemas.microsoft.com/office/drawing/2014/main" id="{B087631A-0F90-B848-B9EC-6A555B657C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780139" y="4580629"/>
            <a:ext cx="2133600" cy="274637"/>
          </a:xfrm>
          <a:prstGeom prst="rect">
            <a:avLst/>
          </a:prstGeom>
        </p:spPr>
        <p:txBody>
          <a:bodyPr/>
          <a:lstStyle>
            <a:lvl1pPr algn="r">
              <a:defRPr sz="1200">
                <a:solidFill>
                  <a:srgbClr val="FFFFFF"/>
                </a:solidFill>
                <a:latin typeface="Muli"/>
              </a:defRPr>
            </a:lvl1pPr>
          </a:lstStyle>
          <a:p>
            <a:fld id="{543F94D5-381C-B041-837D-11FDDB7301AD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67049FAE-9338-934E-87CC-4DE07F7D1AE7}"/>
              </a:ext>
            </a:extLst>
          </p:cNvPr>
          <p:cNvGrpSpPr/>
          <p:nvPr userDrawn="1"/>
        </p:nvGrpSpPr>
        <p:grpSpPr>
          <a:xfrm>
            <a:off x="-5190" y="4167985"/>
            <a:ext cx="974571" cy="974571"/>
            <a:chOff x="5491" y="4185101"/>
            <a:chExt cx="974571" cy="974571"/>
          </a:xfrm>
        </p:grpSpPr>
        <p:sp>
          <p:nvSpPr>
            <p:cNvPr id="23" name="Right Triangle 22">
              <a:extLst>
                <a:ext uri="{FF2B5EF4-FFF2-40B4-BE49-F238E27FC236}">
                  <a16:creationId xmlns:a16="http://schemas.microsoft.com/office/drawing/2014/main" id="{DEDDBC13-C068-1D41-A6BF-DAD65608DBC3}"/>
                </a:ext>
              </a:extLst>
            </p:cNvPr>
            <p:cNvSpPr/>
            <p:nvPr/>
          </p:nvSpPr>
          <p:spPr>
            <a:xfrm>
              <a:off x="5491" y="4185101"/>
              <a:ext cx="974571" cy="974571"/>
            </a:xfrm>
            <a:prstGeom prst="rtTriangle">
              <a:avLst/>
            </a:prstGeom>
            <a:solidFill>
              <a:srgbClr val="053A6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24" name="Picture 23" descr="UST_L4_white.eps">
              <a:extLst>
                <a:ext uri="{FF2B5EF4-FFF2-40B4-BE49-F238E27FC236}">
                  <a16:creationId xmlns:a16="http://schemas.microsoft.com/office/drawing/2014/main" id="{1A030304-46EE-4F4A-AEB3-6DA604470AF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 r="76298"/>
            <a:stretch/>
          </p:blipFill>
          <p:spPr>
            <a:xfrm>
              <a:off x="199585" y="4693906"/>
              <a:ext cx="224324" cy="302687"/>
            </a:xfrm>
            <a:prstGeom prst="rect">
              <a:avLst/>
            </a:prstGeom>
          </p:spPr>
        </p:pic>
      </p:grpSp>
      <p:sp>
        <p:nvSpPr>
          <p:cNvPr id="25" name="Title 1">
            <a:extLst>
              <a:ext uri="{FF2B5EF4-FFF2-40B4-BE49-F238E27FC236}">
                <a16:creationId xmlns:a16="http://schemas.microsoft.com/office/drawing/2014/main" id="{76858D4A-0B2A-584F-AA02-3FFE3DB3FBA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50860" y="1614774"/>
            <a:ext cx="7772400" cy="931312"/>
          </a:xfrm>
          <a:prstGeom prst="rect">
            <a:avLst/>
          </a:prstGeom>
        </p:spPr>
        <p:txBody>
          <a:bodyPr/>
          <a:lstStyle>
            <a:lvl1pPr algn="l">
              <a:defRPr sz="3200">
                <a:solidFill>
                  <a:srgbClr val="FFFFFF"/>
                </a:solidFill>
                <a:latin typeface="Muli"/>
                <a:cs typeface="Muli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6" name="Subtitle 2">
            <a:extLst>
              <a:ext uri="{FF2B5EF4-FFF2-40B4-BE49-F238E27FC236}">
                <a16:creationId xmlns:a16="http://schemas.microsoft.com/office/drawing/2014/main" id="{A98F2F21-C407-A643-9493-C83B4F531D9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50860" y="2173946"/>
            <a:ext cx="6400800" cy="1031570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400">
                <a:solidFill>
                  <a:srgbClr val="FFFFFF"/>
                </a:solidFill>
                <a:latin typeface="Muli Light"/>
                <a:cs typeface="Muli Light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4291065312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picture containing person, holding, bat, player&#10;&#10;Description automatically generated">
            <a:extLst>
              <a:ext uri="{FF2B5EF4-FFF2-40B4-BE49-F238E27FC236}">
                <a16:creationId xmlns:a16="http://schemas.microsoft.com/office/drawing/2014/main" id="{7817304A-ED9F-8541-9343-29E2504E24B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BF190583-73A6-134F-B893-C3191D7AD756}"/>
              </a:ext>
            </a:extLst>
          </p:cNvPr>
          <p:cNvSpPr/>
          <p:nvPr userDrawn="1"/>
        </p:nvSpPr>
        <p:spPr>
          <a:xfrm>
            <a:off x="0" y="7076"/>
            <a:ext cx="9144000" cy="5143500"/>
          </a:xfrm>
          <a:prstGeom prst="rect">
            <a:avLst/>
          </a:prstGeom>
          <a:solidFill>
            <a:schemeClr val="tx2">
              <a:lumMod val="50000"/>
              <a:alpha val="70000"/>
            </a:schemeClr>
          </a:solidFill>
          <a:ln>
            <a:noFill/>
          </a:ln>
          <a:effectLst/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rtlCol="0" anchor="ctr"/>
          <a:lstStyle>
            <a:lvl1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kern="1200" dirty="0">
              <a:latin typeface="Muli"/>
            </a:endParaRPr>
          </a:p>
        </p:txBody>
      </p:sp>
      <p:sp>
        <p:nvSpPr>
          <p:cNvPr id="20" name="Footer Placeholder 4">
            <a:extLst>
              <a:ext uri="{FF2B5EF4-FFF2-40B4-BE49-F238E27FC236}">
                <a16:creationId xmlns:a16="http://schemas.microsoft.com/office/drawing/2014/main" id="{7B622739-0D2E-6B4F-A05A-523F40356A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67395" y="4580629"/>
            <a:ext cx="2895600" cy="274637"/>
          </a:xfrm>
          <a:prstGeom prst="rect">
            <a:avLst/>
          </a:prstGeom>
        </p:spPr>
        <p:txBody>
          <a:bodyPr/>
          <a:lstStyle>
            <a:lvl1pPr algn="ctr">
              <a:defRPr sz="1200">
                <a:solidFill>
                  <a:schemeClr val="bg1"/>
                </a:solidFill>
                <a:latin typeface="Muli Light"/>
                <a:cs typeface="Muli Light"/>
              </a:defRPr>
            </a:lvl1pPr>
          </a:lstStyle>
          <a:p>
            <a:endParaRPr lang="en-US" dirty="0"/>
          </a:p>
        </p:txBody>
      </p:sp>
      <p:sp>
        <p:nvSpPr>
          <p:cNvPr id="21" name="Slide Number Placeholder 5">
            <a:extLst>
              <a:ext uri="{FF2B5EF4-FFF2-40B4-BE49-F238E27FC236}">
                <a16:creationId xmlns:a16="http://schemas.microsoft.com/office/drawing/2014/main" id="{71E412BB-C810-1547-913D-130C9FAC07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780139" y="4580629"/>
            <a:ext cx="2133600" cy="274637"/>
          </a:xfrm>
          <a:prstGeom prst="rect">
            <a:avLst/>
          </a:prstGeom>
        </p:spPr>
        <p:txBody>
          <a:bodyPr/>
          <a:lstStyle>
            <a:lvl1pPr algn="r">
              <a:defRPr sz="1200">
                <a:solidFill>
                  <a:srgbClr val="FFFFFF"/>
                </a:solidFill>
                <a:latin typeface="Muli"/>
              </a:defRPr>
            </a:lvl1pPr>
          </a:lstStyle>
          <a:p>
            <a:fld id="{543F94D5-381C-B041-837D-11FDDB7301AD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D573E6D9-0B61-FD4A-BDFA-DFBD0D20BC52}"/>
              </a:ext>
            </a:extLst>
          </p:cNvPr>
          <p:cNvGrpSpPr/>
          <p:nvPr userDrawn="1"/>
        </p:nvGrpSpPr>
        <p:grpSpPr>
          <a:xfrm>
            <a:off x="-5190" y="4167985"/>
            <a:ext cx="974571" cy="974571"/>
            <a:chOff x="5491" y="4185101"/>
            <a:chExt cx="974571" cy="974571"/>
          </a:xfrm>
        </p:grpSpPr>
        <p:sp>
          <p:nvSpPr>
            <p:cNvPr id="23" name="Right Triangle 22">
              <a:extLst>
                <a:ext uri="{FF2B5EF4-FFF2-40B4-BE49-F238E27FC236}">
                  <a16:creationId xmlns:a16="http://schemas.microsoft.com/office/drawing/2014/main" id="{4D7DA320-2D70-4849-B02E-A7C230E99EB4}"/>
                </a:ext>
              </a:extLst>
            </p:cNvPr>
            <p:cNvSpPr/>
            <p:nvPr/>
          </p:nvSpPr>
          <p:spPr>
            <a:xfrm>
              <a:off x="5491" y="4185101"/>
              <a:ext cx="974571" cy="974571"/>
            </a:xfrm>
            <a:prstGeom prst="rtTriangle">
              <a:avLst/>
            </a:prstGeom>
            <a:solidFill>
              <a:srgbClr val="053A6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24" name="Picture 23" descr="UST_L4_white.eps">
              <a:extLst>
                <a:ext uri="{FF2B5EF4-FFF2-40B4-BE49-F238E27FC236}">
                  <a16:creationId xmlns:a16="http://schemas.microsoft.com/office/drawing/2014/main" id="{68D18868-51BC-5840-AA90-4182B6464940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 r="76298"/>
            <a:stretch/>
          </p:blipFill>
          <p:spPr>
            <a:xfrm>
              <a:off x="199585" y="4693906"/>
              <a:ext cx="224324" cy="302687"/>
            </a:xfrm>
            <a:prstGeom prst="rect">
              <a:avLst/>
            </a:prstGeom>
          </p:spPr>
        </p:pic>
      </p:grpSp>
      <p:sp>
        <p:nvSpPr>
          <p:cNvPr id="25" name="Title 1">
            <a:extLst>
              <a:ext uri="{FF2B5EF4-FFF2-40B4-BE49-F238E27FC236}">
                <a16:creationId xmlns:a16="http://schemas.microsoft.com/office/drawing/2014/main" id="{4951ACE0-3A5F-6541-AD8F-3028A08E201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50860" y="1614774"/>
            <a:ext cx="7772400" cy="931312"/>
          </a:xfrm>
          <a:prstGeom prst="rect">
            <a:avLst/>
          </a:prstGeom>
        </p:spPr>
        <p:txBody>
          <a:bodyPr/>
          <a:lstStyle>
            <a:lvl1pPr algn="l">
              <a:defRPr sz="3200">
                <a:solidFill>
                  <a:srgbClr val="FFFFFF"/>
                </a:solidFill>
                <a:latin typeface="Muli"/>
                <a:cs typeface="Muli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6" name="Subtitle 2">
            <a:extLst>
              <a:ext uri="{FF2B5EF4-FFF2-40B4-BE49-F238E27FC236}">
                <a16:creationId xmlns:a16="http://schemas.microsoft.com/office/drawing/2014/main" id="{054D0E50-3364-ED41-981E-81FCD3C1E3C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50860" y="2173946"/>
            <a:ext cx="6400800" cy="1031570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400">
                <a:solidFill>
                  <a:srgbClr val="FFFFFF"/>
                </a:solidFill>
                <a:latin typeface="Muli Light"/>
                <a:cs typeface="Muli Light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178661764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2" descr="Image may contain: one or more people">
            <a:extLst>
              <a:ext uri="{FF2B5EF4-FFF2-40B4-BE49-F238E27FC236}">
                <a16:creationId xmlns:a16="http://schemas.microsoft.com/office/drawing/2014/main" id="{6375C63C-9946-D14D-90D5-59326107FF46}"/>
              </a:ext>
            </a:extLst>
          </p:cNvPr>
          <p:cNvPicPr>
            <a:picLocks noChangeAspect="1" noChangeArrowheads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11393" b="3492"/>
          <a:stretch/>
        </p:blipFill>
        <p:spPr bwMode="auto">
          <a:xfrm>
            <a:off x="-1" y="-46050"/>
            <a:ext cx="9144001" cy="51886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6FEC444F-CA8F-BF44-9755-1449E0AC9B8F}"/>
              </a:ext>
            </a:extLst>
          </p:cNvPr>
          <p:cNvSpPr/>
          <p:nvPr userDrawn="1"/>
        </p:nvSpPr>
        <p:spPr>
          <a:xfrm>
            <a:off x="0" y="-46051"/>
            <a:ext cx="9144000" cy="5199076"/>
          </a:xfrm>
          <a:prstGeom prst="rect">
            <a:avLst/>
          </a:prstGeom>
          <a:solidFill>
            <a:schemeClr val="tx2">
              <a:lumMod val="75000"/>
              <a:alpha val="63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ooter Placeholder 4">
            <a:extLst>
              <a:ext uri="{FF2B5EF4-FFF2-40B4-BE49-F238E27FC236}">
                <a16:creationId xmlns:a16="http://schemas.microsoft.com/office/drawing/2014/main" id="{61E8A1D9-72F4-264E-9740-39F452A9CC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67395" y="4580629"/>
            <a:ext cx="2895600" cy="274637"/>
          </a:xfrm>
          <a:prstGeom prst="rect">
            <a:avLst/>
          </a:prstGeom>
        </p:spPr>
        <p:txBody>
          <a:bodyPr/>
          <a:lstStyle>
            <a:lvl1pPr algn="ctr">
              <a:defRPr sz="1200">
                <a:solidFill>
                  <a:schemeClr val="bg1"/>
                </a:solidFill>
                <a:latin typeface="Muli Light"/>
                <a:cs typeface="Muli Light"/>
              </a:defRPr>
            </a:lvl1pPr>
          </a:lstStyle>
          <a:p>
            <a:endParaRPr lang="en-US" dirty="0"/>
          </a:p>
        </p:txBody>
      </p:sp>
      <p:sp>
        <p:nvSpPr>
          <p:cNvPr id="27" name="Slide Number Placeholder 5">
            <a:extLst>
              <a:ext uri="{FF2B5EF4-FFF2-40B4-BE49-F238E27FC236}">
                <a16:creationId xmlns:a16="http://schemas.microsoft.com/office/drawing/2014/main" id="{7FE4FD58-AAB3-DF42-979E-EC95EBDB6E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780139" y="4580629"/>
            <a:ext cx="2133600" cy="274637"/>
          </a:xfrm>
          <a:prstGeom prst="rect">
            <a:avLst/>
          </a:prstGeom>
        </p:spPr>
        <p:txBody>
          <a:bodyPr/>
          <a:lstStyle>
            <a:lvl1pPr algn="r">
              <a:defRPr sz="1200">
                <a:solidFill>
                  <a:srgbClr val="FFFFFF"/>
                </a:solidFill>
                <a:latin typeface="Muli"/>
              </a:defRPr>
            </a:lvl1pPr>
          </a:lstStyle>
          <a:p>
            <a:fld id="{543F94D5-381C-B041-837D-11FDDB7301AD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8233B2A7-70F9-BC46-8659-573069711D4E}"/>
              </a:ext>
            </a:extLst>
          </p:cNvPr>
          <p:cNvGrpSpPr/>
          <p:nvPr userDrawn="1"/>
        </p:nvGrpSpPr>
        <p:grpSpPr>
          <a:xfrm>
            <a:off x="-5190" y="4167985"/>
            <a:ext cx="974571" cy="974571"/>
            <a:chOff x="5491" y="4185101"/>
            <a:chExt cx="974571" cy="974571"/>
          </a:xfrm>
        </p:grpSpPr>
        <p:sp>
          <p:nvSpPr>
            <p:cNvPr id="29" name="Right Triangle 28">
              <a:extLst>
                <a:ext uri="{FF2B5EF4-FFF2-40B4-BE49-F238E27FC236}">
                  <a16:creationId xmlns:a16="http://schemas.microsoft.com/office/drawing/2014/main" id="{2FD0A99C-0DFC-C04D-A341-3650903223CF}"/>
                </a:ext>
              </a:extLst>
            </p:cNvPr>
            <p:cNvSpPr/>
            <p:nvPr/>
          </p:nvSpPr>
          <p:spPr>
            <a:xfrm>
              <a:off x="5491" y="4185101"/>
              <a:ext cx="974571" cy="974571"/>
            </a:xfrm>
            <a:prstGeom prst="rtTriangle">
              <a:avLst/>
            </a:prstGeom>
            <a:solidFill>
              <a:srgbClr val="053A6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30" name="Picture 29" descr="UST_L4_white.eps">
              <a:extLst>
                <a:ext uri="{FF2B5EF4-FFF2-40B4-BE49-F238E27FC236}">
                  <a16:creationId xmlns:a16="http://schemas.microsoft.com/office/drawing/2014/main" id="{4FB37CEF-2387-5C41-AAF3-B3573DCE808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 r="76298"/>
            <a:stretch/>
          </p:blipFill>
          <p:spPr>
            <a:xfrm>
              <a:off x="199585" y="4693906"/>
              <a:ext cx="224324" cy="302687"/>
            </a:xfrm>
            <a:prstGeom prst="rect">
              <a:avLst/>
            </a:prstGeom>
          </p:spPr>
        </p:pic>
      </p:grpSp>
      <p:sp>
        <p:nvSpPr>
          <p:cNvPr id="15" name="Title 1">
            <a:extLst>
              <a:ext uri="{FF2B5EF4-FFF2-40B4-BE49-F238E27FC236}">
                <a16:creationId xmlns:a16="http://schemas.microsoft.com/office/drawing/2014/main" id="{56223DC7-4EA3-D94E-8338-453FE73876F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50860" y="1614774"/>
            <a:ext cx="7772400" cy="931312"/>
          </a:xfrm>
          <a:prstGeom prst="rect">
            <a:avLst/>
          </a:prstGeom>
        </p:spPr>
        <p:txBody>
          <a:bodyPr/>
          <a:lstStyle>
            <a:lvl1pPr algn="l">
              <a:defRPr sz="3200">
                <a:solidFill>
                  <a:srgbClr val="FFFFFF"/>
                </a:solidFill>
                <a:latin typeface="Muli"/>
                <a:cs typeface="Muli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6" name="Subtitle 2">
            <a:extLst>
              <a:ext uri="{FF2B5EF4-FFF2-40B4-BE49-F238E27FC236}">
                <a16:creationId xmlns:a16="http://schemas.microsoft.com/office/drawing/2014/main" id="{E8838F89-6D7D-4640-B59A-910F7893230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50860" y="2173946"/>
            <a:ext cx="6400800" cy="1031570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400">
                <a:solidFill>
                  <a:srgbClr val="FFFFFF"/>
                </a:solidFill>
                <a:latin typeface="Muli Light"/>
                <a:cs typeface="Muli Light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1772582619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close up of a blur&#10;&#10;Description automatically generated">
            <a:extLst>
              <a:ext uri="{FF2B5EF4-FFF2-40B4-BE49-F238E27FC236}">
                <a16:creationId xmlns:a16="http://schemas.microsoft.com/office/drawing/2014/main" id="{7FAC6AE5-DF22-2C4F-95E4-17F95E7F1A6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BF190583-73A6-134F-B893-C3191D7AD756}"/>
              </a:ext>
            </a:extLst>
          </p:cNvPr>
          <p:cNvSpPr/>
          <p:nvPr userDrawn="1"/>
        </p:nvSpPr>
        <p:spPr>
          <a:xfrm>
            <a:off x="14052" y="0"/>
            <a:ext cx="9144000" cy="5143500"/>
          </a:xfrm>
          <a:prstGeom prst="rect">
            <a:avLst/>
          </a:prstGeom>
          <a:solidFill>
            <a:schemeClr val="tx2">
              <a:lumMod val="50000"/>
              <a:alpha val="60000"/>
            </a:schemeClr>
          </a:solidFill>
          <a:ln>
            <a:noFill/>
          </a:ln>
          <a:effectLst/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rtlCol="0" anchor="ctr"/>
          <a:lstStyle>
            <a:lvl1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kern="1200" dirty="0">
              <a:latin typeface="Muli"/>
            </a:endParaRPr>
          </a:p>
        </p:txBody>
      </p:sp>
      <p:sp>
        <p:nvSpPr>
          <p:cNvPr id="26" name="Footer Placeholder 4">
            <a:extLst>
              <a:ext uri="{FF2B5EF4-FFF2-40B4-BE49-F238E27FC236}">
                <a16:creationId xmlns:a16="http://schemas.microsoft.com/office/drawing/2014/main" id="{834EEAAB-77B9-7E47-A917-01FA973515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67395" y="4580629"/>
            <a:ext cx="2895600" cy="274637"/>
          </a:xfrm>
          <a:prstGeom prst="rect">
            <a:avLst/>
          </a:prstGeom>
        </p:spPr>
        <p:txBody>
          <a:bodyPr/>
          <a:lstStyle>
            <a:lvl1pPr algn="ctr">
              <a:defRPr sz="1200">
                <a:solidFill>
                  <a:schemeClr val="bg1"/>
                </a:solidFill>
                <a:latin typeface="Muli Light"/>
                <a:cs typeface="Muli Light"/>
              </a:defRPr>
            </a:lvl1pPr>
          </a:lstStyle>
          <a:p>
            <a:endParaRPr lang="en-US" dirty="0"/>
          </a:p>
        </p:txBody>
      </p:sp>
      <p:sp>
        <p:nvSpPr>
          <p:cNvPr id="27" name="Slide Number Placeholder 5">
            <a:extLst>
              <a:ext uri="{FF2B5EF4-FFF2-40B4-BE49-F238E27FC236}">
                <a16:creationId xmlns:a16="http://schemas.microsoft.com/office/drawing/2014/main" id="{9BCC1726-E99C-1448-BDC1-134D5CA993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780139" y="4580629"/>
            <a:ext cx="2133600" cy="274637"/>
          </a:xfrm>
          <a:prstGeom prst="rect">
            <a:avLst/>
          </a:prstGeom>
        </p:spPr>
        <p:txBody>
          <a:bodyPr/>
          <a:lstStyle>
            <a:lvl1pPr algn="r">
              <a:defRPr sz="1200">
                <a:solidFill>
                  <a:srgbClr val="FFFFFF"/>
                </a:solidFill>
                <a:latin typeface="Muli"/>
              </a:defRPr>
            </a:lvl1pPr>
          </a:lstStyle>
          <a:p>
            <a:fld id="{543F94D5-381C-B041-837D-11FDDB7301AD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B6FE183C-284A-BC4B-AA2A-84429558F707}"/>
              </a:ext>
            </a:extLst>
          </p:cNvPr>
          <p:cNvGrpSpPr/>
          <p:nvPr userDrawn="1"/>
        </p:nvGrpSpPr>
        <p:grpSpPr>
          <a:xfrm>
            <a:off x="-5190" y="4167985"/>
            <a:ext cx="974571" cy="974571"/>
            <a:chOff x="5491" y="4185101"/>
            <a:chExt cx="974571" cy="974571"/>
          </a:xfrm>
        </p:grpSpPr>
        <p:sp>
          <p:nvSpPr>
            <p:cNvPr id="29" name="Right Triangle 28">
              <a:extLst>
                <a:ext uri="{FF2B5EF4-FFF2-40B4-BE49-F238E27FC236}">
                  <a16:creationId xmlns:a16="http://schemas.microsoft.com/office/drawing/2014/main" id="{4E76588E-4C92-CE44-B603-1AED1D71E69D}"/>
                </a:ext>
              </a:extLst>
            </p:cNvPr>
            <p:cNvSpPr/>
            <p:nvPr/>
          </p:nvSpPr>
          <p:spPr>
            <a:xfrm>
              <a:off x="5491" y="4185101"/>
              <a:ext cx="974571" cy="974571"/>
            </a:xfrm>
            <a:prstGeom prst="rtTriangle">
              <a:avLst/>
            </a:prstGeom>
            <a:solidFill>
              <a:srgbClr val="053A6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30" name="Picture 29" descr="UST_L4_white.eps">
              <a:extLst>
                <a:ext uri="{FF2B5EF4-FFF2-40B4-BE49-F238E27FC236}">
                  <a16:creationId xmlns:a16="http://schemas.microsoft.com/office/drawing/2014/main" id="{B7970625-86D2-D046-BF8C-A6E36248D08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 r="76298"/>
            <a:stretch/>
          </p:blipFill>
          <p:spPr>
            <a:xfrm>
              <a:off x="199585" y="4693906"/>
              <a:ext cx="224324" cy="302687"/>
            </a:xfrm>
            <a:prstGeom prst="rect">
              <a:avLst/>
            </a:prstGeom>
          </p:spPr>
        </p:pic>
      </p:grpSp>
      <p:sp>
        <p:nvSpPr>
          <p:cNvPr id="31" name="Title 1">
            <a:extLst>
              <a:ext uri="{FF2B5EF4-FFF2-40B4-BE49-F238E27FC236}">
                <a16:creationId xmlns:a16="http://schemas.microsoft.com/office/drawing/2014/main" id="{B2524100-6EAB-AC4C-81BE-2D13D054AD9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50860" y="1614774"/>
            <a:ext cx="7772400" cy="931312"/>
          </a:xfrm>
          <a:prstGeom prst="rect">
            <a:avLst/>
          </a:prstGeom>
        </p:spPr>
        <p:txBody>
          <a:bodyPr/>
          <a:lstStyle>
            <a:lvl1pPr algn="l">
              <a:defRPr sz="3200">
                <a:solidFill>
                  <a:srgbClr val="FFFFFF"/>
                </a:solidFill>
                <a:latin typeface="Muli"/>
                <a:cs typeface="Muli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2" name="Subtitle 2">
            <a:extLst>
              <a:ext uri="{FF2B5EF4-FFF2-40B4-BE49-F238E27FC236}">
                <a16:creationId xmlns:a16="http://schemas.microsoft.com/office/drawing/2014/main" id="{4C3EA1CA-05DF-6E4C-B42F-980856DA563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50860" y="2173946"/>
            <a:ext cx="6400800" cy="1031570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400">
                <a:solidFill>
                  <a:srgbClr val="FFFFFF"/>
                </a:solidFill>
                <a:latin typeface="Muli Light"/>
                <a:cs typeface="Muli Light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3497778072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group of people standing in front of a building&#10;&#10;Description automatically generated">
            <a:extLst>
              <a:ext uri="{FF2B5EF4-FFF2-40B4-BE49-F238E27FC236}">
                <a16:creationId xmlns:a16="http://schemas.microsoft.com/office/drawing/2014/main" id="{EF8DB789-51AB-6845-9621-0A8803310BC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0CD3BA2C-510C-6049-A06A-206CE7A3A989}"/>
              </a:ext>
            </a:extLst>
          </p:cNvPr>
          <p:cNvSpPr/>
          <p:nvPr userDrawn="1"/>
        </p:nvSpPr>
        <p:spPr>
          <a:xfrm>
            <a:off x="-5190" y="16369"/>
            <a:ext cx="9144000" cy="5143499"/>
          </a:xfrm>
          <a:prstGeom prst="rect">
            <a:avLst/>
          </a:prstGeom>
          <a:solidFill>
            <a:schemeClr val="tx2">
              <a:lumMod val="50000"/>
              <a:alpha val="87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ooter Placeholder 4">
            <a:extLst>
              <a:ext uri="{FF2B5EF4-FFF2-40B4-BE49-F238E27FC236}">
                <a16:creationId xmlns:a16="http://schemas.microsoft.com/office/drawing/2014/main" id="{61E8A1D9-72F4-264E-9740-39F452A9CC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67395" y="4580629"/>
            <a:ext cx="2895600" cy="274637"/>
          </a:xfrm>
          <a:prstGeom prst="rect">
            <a:avLst/>
          </a:prstGeom>
        </p:spPr>
        <p:txBody>
          <a:bodyPr/>
          <a:lstStyle>
            <a:lvl1pPr algn="ctr">
              <a:defRPr sz="1200">
                <a:solidFill>
                  <a:schemeClr val="bg1"/>
                </a:solidFill>
                <a:latin typeface="Muli Light"/>
                <a:cs typeface="Muli Light"/>
              </a:defRPr>
            </a:lvl1pPr>
          </a:lstStyle>
          <a:p>
            <a:endParaRPr lang="en-US" dirty="0"/>
          </a:p>
        </p:txBody>
      </p:sp>
      <p:sp>
        <p:nvSpPr>
          <p:cNvPr id="27" name="Slide Number Placeholder 5">
            <a:extLst>
              <a:ext uri="{FF2B5EF4-FFF2-40B4-BE49-F238E27FC236}">
                <a16:creationId xmlns:a16="http://schemas.microsoft.com/office/drawing/2014/main" id="{7FE4FD58-AAB3-DF42-979E-EC95EBDB6E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780139" y="4580629"/>
            <a:ext cx="2133600" cy="274637"/>
          </a:xfrm>
          <a:prstGeom prst="rect">
            <a:avLst/>
          </a:prstGeom>
        </p:spPr>
        <p:txBody>
          <a:bodyPr/>
          <a:lstStyle>
            <a:lvl1pPr algn="r">
              <a:defRPr sz="1200">
                <a:solidFill>
                  <a:srgbClr val="FFFFFF"/>
                </a:solidFill>
                <a:latin typeface="Muli"/>
              </a:defRPr>
            </a:lvl1pPr>
          </a:lstStyle>
          <a:p>
            <a:fld id="{543F94D5-381C-B041-837D-11FDDB7301AD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8233B2A7-70F9-BC46-8659-573069711D4E}"/>
              </a:ext>
            </a:extLst>
          </p:cNvPr>
          <p:cNvGrpSpPr/>
          <p:nvPr userDrawn="1"/>
        </p:nvGrpSpPr>
        <p:grpSpPr>
          <a:xfrm>
            <a:off x="-5190" y="4167985"/>
            <a:ext cx="974571" cy="974571"/>
            <a:chOff x="5491" y="4185101"/>
            <a:chExt cx="974571" cy="974571"/>
          </a:xfrm>
        </p:grpSpPr>
        <p:sp>
          <p:nvSpPr>
            <p:cNvPr id="29" name="Right Triangle 28">
              <a:extLst>
                <a:ext uri="{FF2B5EF4-FFF2-40B4-BE49-F238E27FC236}">
                  <a16:creationId xmlns:a16="http://schemas.microsoft.com/office/drawing/2014/main" id="{2FD0A99C-0DFC-C04D-A341-3650903223CF}"/>
                </a:ext>
              </a:extLst>
            </p:cNvPr>
            <p:cNvSpPr/>
            <p:nvPr/>
          </p:nvSpPr>
          <p:spPr>
            <a:xfrm>
              <a:off x="5491" y="4185101"/>
              <a:ext cx="974571" cy="974571"/>
            </a:xfrm>
            <a:prstGeom prst="rtTriangle">
              <a:avLst/>
            </a:prstGeom>
            <a:solidFill>
              <a:srgbClr val="053A6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30" name="Picture 29" descr="UST_L4_white.eps">
              <a:extLst>
                <a:ext uri="{FF2B5EF4-FFF2-40B4-BE49-F238E27FC236}">
                  <a16:creationId xmlns:a16="http://schemas.microsoft.com/office/drawing/2014/main" id="{4FB37CEF-2387-5C41-AAF3-B3573DCE808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 r="76298"/>
            <a:stretch/>
          </p:blipFill>
          <p:spPr>
            <a:xfrm>
              <a:off x="199585" y="4693906"/>
              <a:ext cx="224324" cy="302687"/>
            </a:xfrm>
            <a:prstGeom prst="rect">
              <a:avLst/>
            </a:prstGeom>
          </p:spPr>
        </p:pic>
      </p:grpSp>
      <p:sp>
        <p:nvSpPr>
          <p:cNvPr id="31" name="Title 1">
            <a:extLst>
              <a:ext uri="{FF2B5EF4-FFF2-40B4-BE49-F238E27FC236}">
                <a16:creationId xmlns:a16="http://schemas.microsoft.com/office/drawing/2014/main" id="{A3DF5EF6-C263-AD40-975B-55124E6EE5D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50860" y="1614774"/>
            <a:ext cx="7772400" cy="931312"/>
          </a:xfrm>
          <a:prstGeom prst="rect">
            <a:avLst/>
          </a:prstGeom>
        </p:spPr>
        <p:txBody>
          <a:bodyPr/>
          <a:lstStyle>
            <a:lvl1pPr algn="l">
              <a:defRPr sz="3200">
                <a:solidFill>
                  <a:srgbClr val="FFFFFF"/>
                </a:solidFill>
                <a:latin typeface="Muli"/>
                <a:cs typeface="Muli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2" name="Subtitle 2">
            <a:extLst>
              <a:ext uri="{FF2B5EF4-FFF2-40B4-BE49-F238E27FC236}">
                <a16:creationId xmlns:a16="http://schemas.microsoft.com/office/drawing/2014/main" id="{5D53D1B9-92EC-DF47-B901-F7E62203885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50860" y="2173946"/>
            <a:ext cx="6400800" cy="1031570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400">
                <a:solidFill>
                  <a:srgbClr val="FFFFFF"/>
                </a:solidFill>
                <a:latin typeface="Muli Light"/>
                <a:cs typeface="Muli Light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3990545383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close up of a sign&#10;&#10;Description automatically generated">
            <a:extLst>
              <a:ext uri="{FF2B5EF4-FFF2-40B4-BE49-F238E27FC236}">
                <a16:creationId xmlns:a16="http://schemas.microsoft.com/office/drawing/2014/main" id="{ABF9BB25-BE1E-5B43-8FD2-746CBA7A2F0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268E7BAD-1ACC-1B4B-970F-74C13F312704}"/>
              </a:ext>
            </a:extLst>
          </p:cNvPr>
          <p:cNvSpPr/>
          <p:nvPr userDrawn="1"/>
        </p:nvSpPr>
        <p:spPr>
          <a:xfrm>
            <a:off x="-4003" y="-55235"/>
            <a:ext cx="9144000" cy="5215248"/>
          </a:xfrm>
          <a:prstGeom prst="rect">
            <a:avLst/>
          </a:prstGeom>
          <a:solidFill>
            <a:schemeClr val="tx2">
              <a:lumMod val="50000"/>
              <a:alpha val="76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ooter Placeholder 4">
            <a:extLst>
              <a:ext uri="{FF2B5EF4-FFF2-40B4-BE49-F238E27FC236}">
                <a16:creationId xmlns:a16="http://schemas.microsoft.com/office/drawing/2014/main" id="{61E8A1D9-72F4-264E-9740-39F452A9CC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67395" y="4580629"/>
            <a:ext cx="2895600" cy="274637"/>
          </a:xfrm>
          <a:prstGeom prst="rect">
            <a:avLst/>
          </a:prstGeom>
        </p:spPr>
        <p:txBody>
          <a:bodyPr/>
          <a:lstStyle>
            <a:lvl1pPr algn="ctr">
              <a:defRPr sz="1200">
                <a:solidFill>
                  <a:schemeClr val="bg1"/>
                </a:solidFill>
                <a:latin typeface="Muli Light"/>
                <a:cs typeface="Muli Light"/>
              </a:defRPr>
            </a:lvl1pPr>
          </a:lstStyle>
          <a:p>
            <a:endParaRPr lang="en-US" dirty="0"/>
          </a:p>
        </p:txBody>
      </p:sp>
      <p:sp>
        <p:nvSpPr>
          <p:cNvPr id="27" name="Slide Number Placeholder 5">
            <a:extLst>
              <a:ext uri="{FF2B5EF4-FFF2-40B4-BE49-F238E27FC236}">
                <a16:creationId xmlns:a16="http://schemas.microsoft.com/office/drawing/2014/main" id="{7FE4FD58-AAB3-DF42-979E-EC95EBDB6E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780139" y="4580629"/>
            <a:ext cx="2133600" cy="274637"/>
          </a:xfrm>
          <a:prstGeom prst="rect">
            <a:avLst/>
          </a:prstGeom>
        </p:spPr>
        <p:txBody>
          <a:bodyPr/>
          <a:lstStyle>
            <a:lvl1pPr algn="r">
              <a:defRPr sz="1200">
                <a:solidFill>
                  <a:srgbClr val="FFFFFF"/>
                </a:solidFill>
                <a:latin typeface="Muli"/>
              </a:defRPr>
            </a:lvl1pPr>
          </a:lstStyle>
          <a:p>
            <a:fld id="{543F94D5-381C-B041-837D-11FDDB7301AD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8233B2A7-70F9-BC46-8659-573069711D4E}"/>
              </a:ext>
            </a:extLst>
          </p:cNvPr>
          <p:cNvGrpSpPr/>
          <p:nvPr userDrawn="1"/>
        </p:nvGrpSpPr>
        <p:grpSpPr>
          <a:xfrm>
            <a:off x="-5190" y="4167985"/>
            <a:ext cx="974571" cy="974571"/>
            <a:chOff x="5491" y="4185101"/>
            <a:chExt cx="974571" cy="974571"/>
          </a:xfrm>
        </p:grpSpPr>
        <p:sp>
          <p:nvSpPr>
            <p:cNvPr id="29" name="Right Triangle 28">
              <a:extLst>
                <a:ext uri="{FF2B5EF4-FFF2-40B4-BE49-F238E27FC236}">
                  <a16:creationId xmlns:a16="http://schemas.microsoft.com/office/drawing/2014/main" id="{2FD0A99C-0DFC-C04D-A341-3650903223CF}"/>
                </a:ext>
              </a:extLst>
            </p:cNvPr>
            <p:cNvSpPr/>
            <p:nvPr/>
          </p:nvSpPr>
          <p:spPr>
            <a:xfrm>
              <a:off x="5491" y="4185101"/>
              <a:ext cx="974571" cy="974571"/>
            </a:xfrm>
            <a:prstGeom prst="rtTriangle">
              <a:avLst/>
            </a:prstGeom>
            <a:solidFill>
              <a:srgbClr val="053A6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30" name="Picture 29" descr="UST_L4_white.eps">
              <a:extLst>
                <a:ext uri="{FF2B5EF4-FFF2-40B4-BE49-F238E27FC236}">
                  <a16:creationId xmlns:a16="http://schemas.microsoft.com/office/drawing/2014/main" id="{4FB37CEF-2387-5C41-AAF3-B3573DCE808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 r="76298"/>
            <a:stretch/>
          </p:blipFill>
          <p:spPr>
            <a:xfrm>
              <a:off x="199585" y="4693906"/>
              <a:ext cx="224324" cy="302687"/>
            </a:xfrm>
            <a:prstGeom prst="rect">
              <a:avLst/>
            </a:prstGeom>
          </p:spPr>
        </p:pic>
      </p:grpSp>
      <p:sp>
        <p:nvSpPr>
          <p:cNvPr id="19" name="Title 1">
            <a:extLst>
              <a:ext uri="{FF2B5EF4-FFF2-40B4-BE49-F238E27FC236}">
                <a16:creationId xmlns:a16="http://schemas.microsoft.com/office/drawing/2014/main" id="{8819337A-A8EC-054C-9689-225BCAB08D2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50860" y="1614774"/>
            <a:ext cx="7772400" cy="931312"/>
          </a:xfrm>
          <a:prstGeom prst="rect">
            <a:avLst/>
          </a:prstGeom>
        </p:spPr>
        <p:txBody>
          <a:bodyPr/>
          <a:lstStyle>
            <a:lvl1pPr algn="l">
              <a:defRPr sz="3200">
                <a:solidFill>
                  <a:srgbClr val="FFFFFF"/>
                </a:solidFill>
                <a:latin typeface="Muli"/>
                <a:cs typeface="Muli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0" name="Subtitle 2">
            <a:extLst>
              <a:ext uri="{FF2B5EF4-FFF2-40B4-BE49-F238E27FC236}">
                <a16:creationId xmlns:a16="http://schemas.microsoft.com/office/drawing/2014/main" id="{41CBF767-5184-6642-A764-A5158F42D6C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50860" y="2173946"/>
            <a:ext cx="6400800" cy="1031570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400">
                <a:solidFill>
                  <a:srgbClr val="FFFFFF"/>
                </a:solidFill>
                <a:latin typeface="Muli Light"/>
                <a:cs typeface="Muli Light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4110288268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group of people sitting in a room&#10;&#10;Description automatically generated">
            <a:extLst>
              <a:ext uri="{FF2B5EF4-FFF2-40B4-BE49-F238E27FC236}">
                <a16:creationId xmlns:a16="http://schemas.microsoft.com/office/drawing/2014/main" id="{9A303F32-94D3-FD4F-86D4-65A704D23A5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667" b="5029"/>
          <a:stretch/>
        </p:blipFill>
        <p:spPr>
          <a:xfrm>
            <a:off x="-5482" y="0"/>
            <a:ext cx="9153383" cy="5142556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268E7BAD-1ACC-1B4B-970F-74C13F312704}"/>
              </a:ext>
            </a:extLst>
          </p:cNvPr>
          <p:cNvSpPr/>
          <p:nvPr userDrawn="1"/>
        </p:nvSpPr>
        <p:spPr>
          <a:xfrm>
            <a:off x="0" y="0"/>
            <a:ext cx="9144000" cy="5142556"/>
          </a:xfrm>
          <a:prstGeom prst="rect">
            <a:avLst/>
          </a:prstGeom>
          <a:solidFill>
            <a:schemeClr val="tx2">
              <a:lumMod val="50000"/>
              <a:alpha val="87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ooter Placeholder 4">
            <a:extLst>
              <a:ext uri="{FF2B5EF4-FFF2-40B4-BE49-F238E27FC236}">
                <a16:creationId xmlns:a16="http://schemas.microsoft.com/office/drawing/2014/main" id="{61E8A1D9-72F4-264E-9740-39F452A9CC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67395" y="4580629"/>
            <a:ext cx="2895600" cy="274637"/>
          </a:xfrm>
          <a:prstGeom prst="rect">
            <a:avLst/>
          </a:prstGeom>
        </p:spPr>
        <p:txBody>
          <a:bodyPr/>
          <a:lstStyle>
            <a:lvl1pPr algn="ctr">
              <a:defRPr sz="1200">
                <a:solidFill>
                  <a:schemeClr val="bg1"/>
                </a:solidFill>
                <a:latin typeface="Muli Light"/>
                <a:cs typeface="Muli Light"/>
              </a:defRPr>
            </a:lvl1pPr>
          </a:lstStyle>
          <a:p>
            <a:endParaRPr lang="en-US" dirty="0"/>
          </a:p>
        </p:txBody>
      </p:sp>
      <p:sp>
        <p:nvSpPr>
          <p:cNvPr id="27" name="Slide Number Placeholder 5">
            <a:extLst>
              <a:ext uri="{FF2B5EF4-FFF2-40B4-BE49-F238E27FC236}">
                <a16:creationId xmlns:a16="http://schemas.microsoft.com/office/drawing/2014/main" id="{7FE4FD58-AAB3-DF42-979E-EC95EBDB6E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780139" y="4580629"/>
            <a:ext cx="2133600" cy="274637"/>
          </a:xfrm>
          <a:prstGeom prst="rect">
            <a:avLst/>
          </a:prstGeom>
        </p:spPr>
        <p:txBody>
          <a:bodyPr/>
          <a:lstStyle>
            <a:lvl1pPr algn="r">
              <a:defRPr sz="1200">
                <a:solidFill>
                  <a:srgbClr val="FFFFFF"/>
                </a:solidFill>
                <a:latin typeface="Muli"/>
              </a:defRPr>
            </a:lvl1pPr>
          </a:lstStyle>
          <a:p>
            <a:fld id="{543F94D5-381C-B041-837D-11FDDB7301AD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8233B2A7-70F9-BC46-8659-573069711D4E}"/>
              </a:ext>
            </a:extLst>
          </p:cNvPr>
          <p:cNvGrpSpPr/>
          <p:nvPr userDrawn="1"/>
        </p:nvGrpSpPr>
        <p:grpSpPr>
          <a:xfrm>
            <a:off x="-5190" y="4167985"/>
            <a:ext cx="974571" cy="974571"/>
            <a:chOff x="5491" y="4185101"/>
            <a:chExt cx="974571" cy="974571"/>
          </a:xfrm>
        </p:grpSpPr>
        <p:sp>
          <p:nvSpPr>
            <p:cNvPr id="29" name="Right Triangle 28">
              <a:extLst>
                <a:ext uri="{FF2B5EF4-FFF2-40B4-BE49-F238E27FC236}">
                  <a16:creationId xmlns:a16="http://schemas.microsoft.com/office/drawing/2014/main" id="{2FD0A99C-0DFC-C04D-A341-3650903223CF}"/>
                </a:ext>
              </a:extLst>
            </p:cNvPr>
            <p:cNvSpPr/>
            <p:nvPr/>
          </p:nvSpPr>
          <p:spPr>
            <a:xfrm>
              <a:off x="5491" y="4185101"/>
              <a:ext cx="974571" cy="974571"/>
            </a:xfrm>
            <a:prstGeom prst="rtTriangle">
              <a:avLst/>
            </a:prstGeom>
            <a:solidFill>
              <a:srgbClr val="053A6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30" name="Picture 29" descr="UST_L4_white.eps">
              <a:extLst>
                <a:ext uri="{FF2B5EF4-FFF2-40B4-BE49-F238E27FC236}">
                  <a16:creationId xmlns:a16="http://schemas.microsoft.com/office/drawing/2014/main" id="{4FB37CEF-2387-5C41-AAF3-B3573DCE808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 r="76298"/>
            <a:stretch/>
          </p:blipFill>
          <p:spPr>
            <a:xfrm>
              <a:off x="199585" y="4693906"/>
              <a:ext cx="224324" cy="302687"/>
            </a:xfrm>
            <a:prstGeom prst="rect">
              <a:avLst/>
            </a:prstGeom>
          </p:spPr>
        </p:pic>
      </p:grpSp>
      <p:sp>
        <p:nvSpPr>
          <p:cNvPr id="19" name="Title 1">
            <a:extLst>
              <a:ext uri="{FF2B5EF4-FFF2-40B4-BE49-F238E27FC236}">
                <a16:creationId xmlns:a16="http://schemas.microsoft.com/office/drawing/2014/main" id="{8819337A-A8EC-054C-9689-225BCAB08D2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50860" y="1614774"/>
            <a:ext cx="7772400" cy="931312"/>
          </a:xfrm>
          <a:prstGeom prst="rect">
            <a:avLst/>
          </a:prstGeom>
        </p:spPr>
        <p:txBody>
          <a:bodyPr/>
          <a:lstStyle>
            <a:lvl1pPr algn="l">
              <a:defRPr sz="3200">
                <a:solidFill>
                  <a:srgbClr val="FFFFFF"/>
                </a:solidFill>
                <a:latin typeface="Muli"/>
                <a:cs typeface="Muli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0" name="Subtitle 2">
            <a:extLst>
              <a:ext uri="{FF2B5EF4-FFF2-40B4-BE49-F238E27FC236}">
                <a16:creationId xmlns:a16="http://schemas.microsoft.com/office/drawing/2014/main" id="{41CBF767-5184-6642-A764-A5158F42D6C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50860" y="2173946"/>
            <a:ext cx="6400800" cy="1031570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400">
                <a:solidFill>
                  <a:srgbClr val="FFFFFF"/>
                </a:solidFill>
                <a:latin typeface="Muli Light"/>
                <a:cs typeface="Muli Light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2635794656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5250D6DC-1BEE-1943-A6D0-CD7A15FA017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7356" b="7828"/>
          <a:stretch/>
        </p:blipFill>
        <p:spPr>
          <a:xfrm>
            <a:off x="0" y="-27788"/>
            <a:ext cx="9144000" cy="5170344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3E53B1A0-F2BA-384D-9ECA-C64ADDB22D86}"/>
              </a:ext>
            </a:extLst>
          </p:cNvPr>
          <p:cNvSpPr/>
          <p:nvPr userDrawn="1"/>
        </p:nvSpPr>
        <p:spPr>
          <a:xfrm>
            <a:off x="0" y="-27788"/>
            <a:ext cx="9144000" cy="5199076"/>
          </a:xfrm>
          <a:prstGeom prst="rect">
            <a:avLst/>
          </a:prstGeom>
          <a:solidFill>
            <a:schemeClr val="tx2">
              <a:lumMod val="50000"/>
              <a:alpha val="83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8233B2A7-70F9-BC46-8659-573069711D4E}"/>
              </a:ext>
            </a:extLst>
          </p:cNvPr>
          <p:cNvGrpSpPr/>
          <p:nvPr userDrawn="1"/>
        </p:nvGrpSpPr>
        <p:grpSpPr>
          <a:xfrm>
            <a:off x="-5190" y="4167985"/>
            <a:ext cx="974571" cy="974571"/>
            <a:chOff x="5491" y="4185101"/>
            <a:chExt cx="974571" cy="974571"/>
          </a:xfrm>
        </p:grpSpPr>
        <p:sp>
          <p:nvSpPr>
            <p:cNvPr id="29" name="Right Triangle 28">
              <a:extLst>
                <a:ext uri="{FF2B5EF4-FFF2-40B4-BE49-F238E27FC236}">
                  <a16:creationId xmlns:a16="http://schemas.microsoft.com/office/drawing/2014/main" id="{2FD0A99C-0DFC-C04D-A341-3650903223CF}"/>
                </a:ext>
              </a:extLst>
            </p:cNvPr>
            <p:cNvSpPr/>
            <p:nvPr/>
          </p:nvSpPr>
          <p:spPr>
            <a:xfrm>
              <a:off x="5491" y="4185101"/>
              <a:ext cx="974571" cy="974571"/>
            </a:xfrm>
            <a:prstGeom prst="rtTriangle">
              <a:avLst/>
            </a:prstGeom>
            <a:solidFill>
              <a:srgbClr val="053A6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30" name="Picture 29" descr="UST_L4_white.eps">
              <a:extLst>
                <a:ext uri="{FF2B5EF4-FFF2-40B4-BE49-F238E27FC236}">
                  <a16:creationId xmlns:a16="http://schemas.microsoft.com/office/drawing/2014/main" id="{4FB37CEF-2387-5C41-AAF3-B3573DCE808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 r="76298"/>
            <a:stretch/>
          </p:blipFill>
          <p:spPr>
            <a:xfrm>
              <a:off x="199585" y="4693906"/>
              <a:ext cx="224324" cy="302687"/>
            </a:xfrm>
            <a:prstGeom prst="rect">
              <a:avLst/>
            </a:prstGeom>
          </p:spPr>
        </p:pic>
      </p:grpSp>
      <p:sp>
        <p:nvSpPr>
          <p:cNvPr id="19" name="Title 1">
            <a:extLst>
              <a:ext uri="{FF2B5EF4-FFF2-40B4-BE49-F238E27FC236}">
                <a16:creationId xmlns:a16="http://schemas.microsoft.com/office/drawing/2014/main" id="{A4426941-7D2F-6B4E-98A1-D82462AC4EC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2419" y="636335"/>
            <a:ext cx="7772400" cy="567263"/>
          </a:xfrm>
          <a:prstGeom prst="rect">
            <a:avLst/>
          </a:prstGeom>
        </p:spPr>
        <p:txBody>
          <a:bodyPr/>
          <a:lstStyle>
            <a:lvl1pPr algn="l">
              <a:defRPr sz="3200" b="1">
                <a:solidFill>
                  <a:srgbClr val="FFFFFF"/>
                </a:solidFill>
                <a:latin typeface="Muli"/>
                <a:cs typeface="Muli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1" name="Subtitle 2">
            <a:extLst>
              <a:ext uri="{FF2B5EF4-FFF2-40B4-BE49-F238E27FC236}">
                <a16:creationId xmlns:a16="http://schemas.microsoft.com/office/drawing/2014/main" id="{39AFD1F9-9A10-7B46-B132-46945A1432A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2418" y="1496971"/>
            <a:ext cx="7772399" cy="3010194"/>
          </a:xfrm>
          <a:prstGeom prst="rect">
            <a:avLst/>
          </a:prstGeom>
        </p:spPr>
        <p:txBody>
          <a:bodyPr/>
          <a:lstStyle>
            <a:lvl1pPr marL="342900" indent="-342900" algn="l">
              <a:buFont typeface="Wingdings" pitchFamily="2" charset="2"/>
              <a:buChar char="§"/>
              <a:defRPr sz="1400">
                <a:solidFill>
                  <a:srgbClr val="FFFFFF"/>
                </a:solidFill>
                <a:latin typeface="Muli Light"/>
                <a:cs typeface="Muli Light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4248461169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6D7445C6-A880-3841-8FC9-DA42364A754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5900" b="9227"/>
          <a:stretch/>
        </p:blipFill>
        <p:spPr>
          <a:xfrm>
            <a:off x="5491" y="-49559"/>
            <a:ext cx="9138509" cy="5192115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00BE306F-F09F-FE4D-8B4A-890F1F60B099}"/>
              </a:ext>
            </a:extLst>
          </p:cNvPr>
          <p:cNvSpPr/>
          <p:nvPr userDrawn="1"/>
        </p:nvSpPr>
        <p:spPr>
          <a:xfrm>
            <a:off x="0" y="-49559"/>
            <a:ext cx="9144000" cy="5199076"/>
          </a:xfrm>
          <a:prstGeom prst="rect">
            <a:avLst/>
          </a:prstGeom>
          <a:solidFill>
            <a:schemeClr val="tx1">
              <a:alpha val="78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8233B2A7-70F9-BC46-8659-573069711D4E}"/>
              </a:ext>
            </a:extLst>
          </p:cNvPr>
          <p:cNvGrpSpPr/>
          <p:nvPr userDrawn="1"/>
        </p:nvGrpSpPr>
        <p:grpSpPr>
          <a:xfrm>
            <a:off x="-5190" y="4167985"/>
            <a:ext cx="974571" cy="974571"/>
            <a:chOff x="5491" y="4185101"/>
            <a:chExt cx="974571" cy="974571"/>
          </a:xfrm>
        </p:grpSpPr>
        <p:sp>
          <p:nvSpPr>
            <p:cNvPr id="29" name="Right Triangle 28">
              <a:extLst>
                <a:ext uri="{FF2B5EF4-FFF2-40B4-BE49-F238E27FC236}">
                  <a16:creationId xmlns:a16="http://schemas.microsoft.com/office/drawing/2014/main" id="{2FD0A99C-0DFC-C04D-A341-3650903223CF}"/>
                </a:ext>
              </a:extLst>
            </p:cNvPr>
            <p:cNvSpPr/>
            <p:nvPr/>
          </p:nvSpPr>
          <p:spPr>
            <a:xfrm>
              <a:off x="5491" y="4185101"/>
              <a:ext cx="974571" cy="974571"/>
            </a:xfrm>
            <a:prstGeom prst="rtTriangle">
              <a:avLst/>
            </a:prstGeom>
            <a:solidFill>
              <a:srgbClr val="053A6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30" name="Picture 29" descr="UST_L4_white.eps">
              <a:extLst>
                <a:ext uri="{FF2B5EF4-FFF2-40B4-BE49-F238E27FC236}">
                  <a16:creationId xmlns:a16="http://schemas.microsoft.com/office/drawing/2014/main" id="{4FB37CEF-2387-5C41-AAF3-B3573DCE808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 r="76298"/>
            <a:stretch/>
          </p:blipFill>
          <p:spPr>
            <a:xfrm>
              <a:off x="199585" y="4693906"/>
              <a:ext cx="224324" cy="302687"/>
            </a:xfrm>
            <a:prstGeom prst="rect">
              <a:avLst/>
            </a:prstGeom>
          </p:spPr>
        </p:pic>
      </p:grpSp>
      <p:sp>
        <p:nvSpPr>
          <p:cNvPr id="17" name="Title 1">
            <a:extLst>
              <a:ext uri="{FF2B5EF4-FFF2-40B4-BE49-F238E27FC236}">
                <a16:creationId xmlns:a16="http://schemas.microsoft.com/office/drawing/2014/main" id="{64CA5A2A-4657-984A-B130-BBA7B56193A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2419" y="636335"/>
            <a:ext cx="7772400" cy="567263"/>
          </a:xfrm>
          <a:prstGeom prst="rect">
            <a:avLst/>
          </a:prstGeom>
        </p:spPr>
        <p:txBody>
          <a:bodyPr/>
          <a:lstStyle>
            <a:lvl1pPr algn="l">
              <a:defRPr sz="3200" b="1">
                <a:solidFill>
                  <a:srgbClr val="FFFFFF"/>
                </a:solidFill>
                <a:latin typeface="Muli"/>
                <a:cs typeface="Muli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8" name="Subtitle 2">
            <a:extLst>
              <a:ext uri="{FF2B5EF4-FFF2-40B4-BE49-F238E27FC236}">
                <a16:creationId xmlns:a16="http://schemas.microsoft.com/office/drawing/2014/main" id="{63E2E080-1A76-9D44-A79E-97B85777A66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2418" y="1496971"/>
            <a:ext cx="7772399" cy="3010194"/>
          </a:xfrm>
          <a:prstGeom prst="rect">
            <a:avLst/>
          </a:prstGeom>
        </p:spPr>
        <p:txBody>
          <a:bodyPr/>
          <a:lstStyle>
            <a:lvl1pPr marL="342900" indent="-342900" algn="l">
              <a:buFont typeface="Wingdings" pitchFamily="2" charset="2"/>
              <a:buChar char="§"/>
              <a:defRPr sz="1400">
                <a:solidFill>
                  <a:srgbClr val="FFFFFF"/>
                </a:solidFill>
                <a:latin typeface="Muli Light"/>
                <a:cs typeface="Muli Light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590087066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923AF3D3-171F-3E42-9CDA-4F8F2859F6B4}"/>
              </a:ext>
            </a:extLst>
          </p:cNvPr>
          <p:cNvSpPr/>
          <p:nvPr userDrawn="1"/>
        </p:nvSpPr>
        <p:spPr>
          <a:xfrm>
            <a:off x="0" y="0"/>
            <a:ext cx="9144001" cy="5143500"/>
          </a:xfrm>
          <a:prstGeom prst="rect">
            <a:avLst/>
          </a:prstGeom>
          <a:solidFill>
            <a:schemeClr val="tx2">
              <a:lumMod val="50000"/>
            </a:schemeClr>
          </a:solidFill>
          <a:ln>
            <a:noFill/>
          </a:ln>
          <a:effectLst/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rtlCol="0" anchor="ctr"/>
          <a:lstStyle>
            <a:lvl1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kern="1200" dirty="0">
              <a:latin typeface="Muli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9612A5D1-281A-E848-A223-31CCFADBB3C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85800" y="1274826"/>
            <a:ext cx="4560047" cy="931312"/>
          </a:xfrm>
          <a:prstGeom prst="rect">
            <a:avLst/>
          </a:prstGeom>
        </p:spPr>
        <p:txBody>
          <a:bodyPr/>
          <a:lstStyle>
            <a:lvl1pPr algn="l">
              <a:defRPr sz="3200" b="1">
                <a:solidFill>
                  <a:srgbClr val="FFFF00"/>
                </a:solidFill>
                <a:latin typeface="Muli"/>
                <a:cs typeface="Muli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486F2F78-48D9-1E4B-8F08-DE2ADF02A1E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5800" y="2456541"/>
            <a:ext cx="4560047" cy="1031570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000">
                <a:solidFill>
                  <a:srgbClr val="FFFFFF"/>
                </a:solidFill>
                <a:latin typeface="Muli Light"/>
                <a:cs typeface="Muli Light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E0EF4CCB-E592-F04C-A508-ED67703941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24200" y="4686209"/>
            <a:ext cx="2895600" cy="274637"/>
          </a:xfrm>
          <a:prstGeom prst="rect">
            <a:avLst/>
          </a:prstGeom>
        </p:spPr>
        <p:txBody>
          <a:bodyPr/>
          <a:lstStyle>
            <a:lvl1pPr algn="ctr">
              <a:defRPr sz="1200">
                <a:solidFill>
                  <a:schemeClr val="bg1"/>
                </a:solidFill>
                <a:latin typeface="Muli Light"/>
                <a:cs typeface="Muli Light"/>
              </a:defRPr>
            </a:lvl1pPr>
          </a:lstStyle>
          <a:p>
            <a:endParaRPr lang="en-US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E8CB7435-AA36-1349-B32A-F151A9E1D8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36944" y="4686209"/>
            <a:ext cx="2133600" cy="274637"/>
          </a:xfrm>
          <a:prstGeom prst="rect">
            <a:avLst/>
          </a:prstGeom>
        </p:spPr>
        <p:txBody>
          <a:bodyPr/>
          <a:lstStyle>
            <a:lvl1pPr algn="r">
              <a:defRPr sz="1200">
                <a:solidFill>
                  <a:srgbClr val="FFFFFF"/>
                </a:solidFill>
                <a:latin typeface="Muli"/>
              </a:defRPr>
            </a:lvl1pPr>
          </a:lstStyle>
          <a:p>
            <a:fld id="{543F94D5-381C-B041-837D-11FDDB7301AD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0D6C8EC5-9980-4C49-9C8C-7B71D1A2393C}"/>
              </a:ext>
            </a:extLst>
          </p:cNvPr>
          <p:cNvGrpSpPr/>
          <p:nvPr userDrawn="1"/>
        </p:nvGrpSpPr>
        <p:grpSpPr>
          <a:xfrm>
            <a:off x="-5190" y="4167985"/>
            <a:ext cx="974571" cy="974571"/>
            <a:chOff x="5491" y="4185101"/>
            <a:chExt cx="974571" cy="974571"/>
          </a:xfrm>
        </p:grpSpPr>
        <p:sp>
          <p:nvSpPr>
            <p:cNvPr id="21" name="Right Triangle 20">
              <a:extLst>
                <a:ext uri="{FF2B5EF4-FFF2-40B4-BE49-F238E27FC236}">
                  <a16:creationId xmlns:a16="http://schemas.microsoft.com/office/drawing/2014/main" id="{F441CA85-C019-4C43-BB25-332077135117}"/>
                </a:ext>
              </a:extLst>
            </p:cNvPr>
            <p:cNvSpPr/>
            <p:nvPr/>
          </p:nvSpPr>
          <p:spPr>
            <a:xfrm>
              <a:off x="5491" y="4185101"/>
              <a:ext cx="974571" cy="974571"/>
            </a:xfrm>
            <a:prstGeom prst="rtTriangle">
              <a:avLst/>
            </a:prstGeom>
            <a:solidFill>
              <a:srgbClr val="053A6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22" name="Picture 21" descr="UST_L4_white.eps">
              <a:extLst>
                <a:ext uri="{FF2B5EF4-FFF2-40B4-BE49-F238E27FC236}">
                  <a16:creationId xmlns:a16="http://schemas.microsoft.com/office/drawing/2014/main" id="{B92E52F4-5ED6-CE4F-9288-CB5F6F34307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 r="76298"/>
            <a:stretch/>
          </p:blipFill>
          <p:spPr>
            <a:xfrm>
              <a:off x="199585" y="4693906"/>
              <a:ext cx="224324" cy="302687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709065730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Picture 23" descr="11b1Nov.jpg">
            <a:extLst>
              <a:ext uri="{FF2B5EF4-FFF2-40B4-BE49-F238E27FC236}">
                <a16:creationId xmlns:a16="http://schemas.microsoft.com/office/drawing/2014/main" id="{123D3453-3907-5F4D-A49A-CD2D3A08943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3800" b="2112"/>
          <a:stretch/>
        </p:blipFill>
        <p:spPr>
          <a:xfrm>
            <a:off x="7894" y="0"/>
            <a:ext cx="9178880" cy="4516505"/>
          </a:xfrm>
          <a:prstGeom prst="rect">
            <a:avLst/>
          </a:prstGeom>
        </p:spPr>
      </p:pic>
      <p:pic>
        <p:nvPicPr>
          <p:cNvPr id="25" name="Picture 24" descr="11b1Nov.jpg">
            <a:extLst>
              <a:ext uri="{FF2B5EF4-FFF2-40B4-BE49-F238E27FC236}">
                <a16:creationId xmlns:a16="http://schemas.microsoft.com/office/drawing/2014/main" id="{9D5117D1-D51C-1E46-A0F1-BBCE18237F6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3800" b="2112"/>
          <a:stretch/>
        </p:blipFill>
        <p:spPr>
          <a:xfrm>
            <a:off x="4869" y="0"/>
            <a:ext cx="9178880" cy="4516505"/>
          </a:xfrm>
          <a:prstGeom prst="rect">
            <a:avLst/>
          </a:prstGeom>
        </p:spPr>
      </p:pic>
      <p:sp>
        <p:nvSpPr>
          <p:cNvPr id="8" name="Title 1">
            <a:extLst>
              <a:ext uri="{FF2B5EF4-FFF2-40B4-BE49-F238E27FC236}">
                <a16:creationId xmlns:a16="http://schemas.microsoft.com/office/drawing/2014/main" id="{E94F5BA1-4124-8D41-90C7-3CD2443646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85800" y="1597210"/>
            <a:ext cx="7772400" cy="931312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rgbClr val="FFFFFF"/>
                </a:solidFill>
                <a:latin typeface="Muli"/>
                <a:cs typeface="Muli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8C3D5C46-58F5-EC4A-8CAC-36429E281B2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71600" y="2642156"/>
            <a:ext cx="6400800" cy="103157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>
                <a:solidFill>
                  <a:srgbClr val="FFFFFF"/>
                </a:solidFill>
                <a:latin typeface="Muli Light"/>
                <a:cs typeface="Muli Light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D920C67E-4C7B-984B-BB5E-7BD671A3C6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24200" y="4686209"/>
            <a:ext cx="2895600" cy="274637"/>
          </a:xfrm>
          <a:prstGeom prst="rect">
            <a:avLst/>
          </a:prstGeom>
        </p:spPr>
        <p:txBody>
          <a:bodyPr/>
          <a:lstStyle>
            <a:lvl1pPr algn="ctr">
              <a:defRPr sz="1200">
                <a:solidFill>
                  <a:schemeClr val="bg1"/>
                </a:solidFill>
                <a:latin typeface="Muli Light"/>
                <a:cs typeface="Muli Light"/>
              </a:defRPr>
            </a:lvl1pPr>
          </a:lstStyle>
          <a:p>
            <a:endParaRPr lang="en-US" dirty="0"/>
          </a:p>
        </p:txBody>
      </p:sp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DF1BA13C-B853-0540-BFF8-E41C361533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36944" y="4686209"/>
            <a:ext cx="2133600" cy="274637"/>
          </a:xfrm>
          <a:prstGeom prst="rect">
            <a:avLst/>
          </a:prstGeom>
        </p:spPr>
        <p:txBody>
          <a:bodyPr/>
          <a:lstStyle>
            <a:lvl1pPr algn="r">
              <a:defRPr sz="1200">
                <a:solidFill>
                  <a:srgbClr val="FFFFFF"/>
                </a:solidFill>
                <a:latin typeface="Muli"/>
              </a:defRPr>
            </a:lvl1pPr>
          </a:lstStyle>
          <a:p>
            <a:fld id="{543F94D5-381C-B041-837D-11FDDB7301AD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55263544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GettyImages-147215398_RGB300Dpi.jpg">
            <a:extLst>
              <a:ext uri="{FF2B5EF4-FFF2-40B4-BE49-F238E27FC236}">
                <a16:creationId xmlns:a16="http://schemas.microsoft.com/office/drawing/2014/main" id="{C684426E-E8BB-7141-8B61-463E7D0F5ED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18" t="1447" r="1589" b="32925"/>
          <a:stretch/>
        </p:blipFill>
        <p:spPr>
          <a:xfrm>
            <a:off x="0" y="0"/>
            <a:ext cx="9144000" cy="4542692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BF190583-73A6-134F-B893-C3191D7AD756}"/>
              </a:ext>
            </a:extLst>
          </p:cNvPr>
          <p:cNvSpPr/>
          <p:nvPr userDrawn="1"/>
        </p:nvSpPr>
        <p:spPr>
          <a:xfrm>
            <a:off x="0" y="0"/>
            <a:ext cx="9144001" cy="4542692"/>
          </a:xfrm>
          <a:prstGeom prst="rect">
            <a:avLst/>
          </a:prstGeom>
          <a:solidFill>
            <a:schemeClr val="tx2">
              <a:lumMod val="50000"/>
              <a:alpha val="60000"/>
            </a:schemeClr>
          </a:solidFill>
          <a:ln>
            <a:noFill/>
          </a:ln>
          <a:effectLst/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rtlCol="0" anchor="ctr"/>
          <a:lstStyle>
            <a:lvl1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kern="1200" dirty="0">
              <a:latin typeface="Muli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97AAFBBC-6648-104D-B66E-4A0698A1A19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85800" y="1597210"/>
            <a:ext cx="7772400" cy="931312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rgbClr val="FFFFFF"/>
                </a:solidFill>
                <a:latin typeface="Muli"/>
                <a:cs typeface="Muli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21F0EA80-C4F3-4245-B220-B912FC41E2A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71600" y="2642156"/>
            <a:ext cx="6400800" cy="103157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>
                <a:solidFill>
                  <a:srgbClr val="FFFFFF"/>
                </a:solidFill>
                <a:latin typeface="Muli Light"/>
                <a:cs typeface="Muli Light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3A8D67A4-C207-C24F-96BB-E2E0AF3522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24200" y="4686209"/>
            <a:ext cx="2895600" cy="274637"/>
          </a:xfrm>
          <a:prstGeom prst="rect">
            <a:avLst/>
          </a:prstGeom>
        </p:spPr>
        <p:txBody>
          <a:bodyPr/>
          <a:lstStyle>
            <a:lvl1pPr algn="ctr">
              <a:defRPr sz="1200">
                <a:solidFill>
                  <a:schemeClr val="bg1"/>
                </a:solidFill>
                <a:latin typeface="Muli Light"/>
                <a:cs typeface="Muli Light"/>
              </a:defRPr>
            </a:lvl1pPr>
          </a:lstStyle>
          <a:p>
            <a:endParaRPr lang="en-US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2D42369C-5CC7-F049-99A4-7F78D771E1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36944" y="4686209"/>
            <a:ext cx="2133600" cy="274637"/>
          </a:xfrm>
          <a:prstGeom prst="rect">
            <a:avLst/>
          </a:prstGeom>
        </p:spPr>
        <p:txBody>
          <a:bodyPr/>
          <a:lstStyle>
            <a:lvl1pPr algn="r">
              <a:defRPr sz="1200">
                <a:solidFill>
                  <a:srgbClr val="FFFFFF"/>
                </a:solidFill>
                <a:latin typeface="Muli"/>
              </a:defRPr>
            </a:lvl1pPr>
          </a:lstStyle>
          <a:p>
            <a:fld id="{543F94D5-381C-B041-837D-11FDDB7301AD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32539338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3B58237C-0859-1543-B06B-F0079318471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243" r="13707"/>
          <a:stretch/>
        </p:blipFill>
        <p:spPr>
          <a:xfrm>
            <a:off x="-1" y="-12222"/>
            <a:ext cx="5212117" cy="4509751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5C71A761-0023-CB40-8BB8-68C6076EA929}"/>
              </a:ext>
            </a:extLst>
          </p:cNvPr>
          <p:cNvSpPr/>
          <p:nvPr userDrawn="1"/>
        </p:nvSpPr>
        <p:spPr>
          <a:xfrm flipV="1">
            <a:off x="5212116" y="-11"/>
            <a:ext cx="3931884" cy="4497541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/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>
            <a:lvl1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kern="1200" dirty="0">
              <a:latin typeface="Muli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9D1D864D-5C29-8547-AF24-1D651CBDBEE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480538" y="1032187"/>
            <a:ext cx="3309734" cy="1115368"/>
          </a:xfrm>
          <a:prstGeom prst="rect">
            <a:avLst/>
          </a:prstGeom>
        </p:spPr>
        <p:txBody>
          <a:bodyPr/>
          <a:lstStyle>
            <a:lvl1pPr algn="l">
              <a:defRPr sz="3000" b="1">
                <a:solidFill>
                  <a:schemeClr val="tx2">
                    <a:lumMod val="75000"/>
                  </a:schemeClr>
                </a:solidFill>
                <a:latin typeface="Muli"/>
                <a:cs typeface="Muli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4AFD59A6-29AB-7547-B747-D714E59FFC9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480538" y="2491153"/>
            <a:ext cx="3251133" cy="918803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000">
                <a:solidFill>
                  <a:schemeClr val="tx1">
                    <a:lumMod val="85000"/>
                    <a:lumOff val="15000"/>
                  </a:schemeClr>
                </a:solidFill>
                <a:latin typeface="Muli Light"/>
                <a:cs typeface="Muli Light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B80AB4A2-49F6-7F4D-90AA-59B26B5FD9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24200" y="4686209"/>
            <a:ext cx="2895600" cy="274637"/>
          </a:xfrm>
          <a:prstGeom prst="rect">
            <a:avLst/>
          </a:prstGeom>
        </p:spPr>
        <p:txBody>
          <a:bodyPr/>
          <a:lstStyle>
            <a:lvl1pPr algn="ctr">
              <a:defRPr sz="1200">
                <a:solidFill>
                  <a:schemeClr val="bg1"/>
                </a:solidFill>
                <a:latin typeface="Muli Light"/>
                <a:cs typeface="Muli Light"/>
              </a:defRPr>
            </a:lvl1pPr>
          </a:lstStyle>
          <a:p>
            <a:endParaRPr lang="en-US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54892A96-A6A9-9F4A-A856-501C3807FE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36944" y="4686209"/>
            <a:ext cx="2133600" cy="274637"/>
          </a:xfrm>
          <a:prstGeom prst="rect">
            <a:avLst/>
          </a:prstGeom>
        </p:spPr>
        <p:txBody>
          <a:bodyPr/>
          <a:lstStyle>
            <a:lvl1pPr algn="r">
              <a:defRPr sz="1200">
                <a:solidFill>
                  <a:srgbClr val="FFFFFF"/>
                </a:solidFill>
                <a:latin typeface="Muli"/>
              </a:defRPr>
            </a:lvl1pPr>
          </a:lstStyle>
          <a:p>
            <a:fld id="{543F94D5-381C-B041-837D-11FDDB7301AD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99056586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923AF3D3-171F-3E42-9CDA-4F8F2859F6B4}"/>
              </a:ext>
            </a:extLst>
          </p:cNvPr>
          <p:cNvSpPr/>
          <p:nvPr userDrawn="1"/>
        </p:nvSpPr>
        <p:spPr>
          <a:xfrm>
            <a:off x="0" y="0"/>
            <a:ext cx="9144001" cy="4542692"/>
          </a:xfrm>
          <a:prstGeom prst="rect">
            <a:avLst/>
          </a:prstGeom>
          <a:solidFill>
            <a:schemeClr val="tx2">
              <a:lumMod val="50000"/>
            </a:schemeClr>
          </a:solidFill>
          <a:ln>
            <a:noFill/>
          </a:ln>
          <a:effectLst/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rtlCol="0" anchor="ctr"/>
          <a:lstStyle>
            <a:lvl1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kern="1200" dirty="0">
              <a:latin typeface="Muli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9612A5D1-281A-E848-A223-31CCFADBB3C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85800" y="1274826"/>
            <a:ext cx="4560047" cy="931312"/>
          </a:xfrm>
          <a:prstGeom prst="rect">
            <a:avLst/>
          </a:prstGeom>
        </p:spPr>
        <p:txBody>
          <a:bodyPr/>
          <a:lstStyle>
            <a:lvl1pPr algn="l">
              <a:defRPr sz="3200" b="1">
                <a:solidFill>
                  <a:srgbClr val="FFFF00"/>
                </a:solidFill>
                <a:latin typeface="Muli"/>
                <a:cs typeface="Muli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486F2F78-48D9-1E4B-8F08-DE2ADF02A1E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5800" y="2456541"/>
            <a:ext cx="4560047" cy="1031570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000">
                <a:solidFill>
                  <a:srgbClr val="FFFFFF"/>
                </a:solidFill>
                <a:latin typeface="Muli Light"/>
                <a:cs typeface="Muli Light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E0EF4CCB-E592-F04C-A508-ED67703941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24200" y="4686209"/>
            <a:ext cx="2895600" cy="274637"/>
          </a:xfrm>
          <a:prstGeom prst="rect">
            <a:avLst/>
          </a:prstGeom>
        </p:spPr>
        <p:txBody>
          <a:bodyPr/>
          <a:lstStyle>
            <a:lvl1pPr algn="ctr">
              <a:defRPr sz="1200">
                <a:solidFill>
                  <a:schemeClr val="bg1"/>
                </a:solidFill>
                <a:latin typeface="Muli Light"/>
                <a:cs typeface="Muli Light"/>
              </a:defRPr>
            </a:lvl1pPr>
          </a:lstStyle>
          <a:p>
            <a:endParaRPr lang="en-US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E8CB7435-AA36-1349-B32A-F151A9E1D8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36944" y="4686209"/>
            <a:ext cx="2133600" cy="274637"/>
          </a:xfrm>
          <a:prstGeom prst="rect">
            <a:avLst/>
          </a:prstGeom>
        </p:spPr>
        <p:txBody>
          <a:bodyPr/>
          <a:lstStyle>
            <a:lvl1pPr algn="r">
              <a:defRPr sz="1200">
                <a:solidFill>
                  <a:srgbClr val="FFFFFF"/>
                </a:solidFill>
                <a:latin typeface="Muli"/>
              </a:defRPr>
            </a:lvl1pPr>
          </a:lstStyle>
          <a:p>
            <a:fld id="{543F94D5-381C-B041-837D-11FDDB7301AD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46292760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2E95537A-BBCC-0740-A8FD-4CC4302042A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85800" y="1598613"/>
            <a:ext cx="7772400" cy="1101725"/>
          </a:xfrm>
        </p:spPr>
        <p:txBody>
          <a:bodyPr>
            <a:normAutofit/>
          </a:bodyPr>
          <a:lstStyle>
            <a:lvl1pPr algn="ctr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1D52D533-51A4-014E-82E2-226277F21D8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25F5BB32-0A17-744A-BF98-5BB52B7DC1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24200" y="4698880"/>
            <a:ext cx="2895600" cy="274637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3EC03519-51BF-2147-9FE8-9E9DDCD15E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705600" y="4698880"/>
            <a:ext cx="2133600" cy="274637"/>
          </a:xfrm>
          <a:prstGeom prst="rect">
            <a:avLst/>
          </a:prstGeom>
        </p:spPr>
        <p:txBody>
          <a:bodyPr/>
          <a:lstStyle/>
          <a:p>
            <a:fld id="{11C0C6D2-0806-7544-84E2-13A8C37B7D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7859905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84396133-E786-D64D-90E1-34A8BE0FF5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7584" y="483517"/>
            <a:ext cx="7859216" cy="58010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0372DA36-35DB-ED43-8DD4-766A9BD9305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27584" y="1200150"/>
            <a:ext cx="7859216" cy="307877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645F2C3D-EEE9-054C-A1D6-3709CE2018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24200" y="4698880"/>
            <a:ext cx="2895600" cy="274637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8374E3E4-449E-B044-9A5E-FAE893E4BE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705600" y="4698880"/>
            <a:ext cx="2133600" cy="274637"/>
          </a:xfrm>
          <a:prstGeom prst="rect">
            <a:avLst/>
          </a:prstGeom>
        </p:spPr>
        <p:txBody>
          <a:bodyPr/>
          <a:lstStyle/>
          <a:p>
            <a:fld id="{11C0C6D2-0806-7544-84E2-13A8C37B7D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1458639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8F33E590-CD53-A043-A6D7-DE37C5FAC5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2313" y="3305175"/>
            <a:ext cx="7772400" cy="1022350"/>
          </a:xfrm>
        </p:spPr>
        <p:txBody>
          <a:bodyPr anchor="t">
            <a:normAutofit/>
          </a:bodyPr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7D3D29B3-A120-D445-85C9-BCEDD6A9E5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22313" y="2179638"/>
            <a:ext cx="7772400" cy="1125537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F00C8ADD-D6BA-B84F-B55F-C93F7B044A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24200" y="4698880"/>
            <a:ext cx="2895600" cy="274637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C3FAB9D1-88FA-2D49-93E8-40B588F437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705600" y="4698880"/>
            <a:ext cx="2133600" cy="274637"/>
          </a:xfrm>
          <a:prstGeom prst="rect">
            <a:avLst/>
          </a:prstGeom>
        </p:spPr>
        <p:txBody>
          <a:bodyPr/>
          <a:lstStyle/>
          <a:p>
            <a:fld id="{11C0C6D2-0806-7544-84E2-13A8C37B7D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6876485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BF9AA82C-D916-1344-8B22-6961870AF8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7584" y="367566"/>
            <a:ext cx="7859216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936CF094-E71F-F54D-AB8E-887785DD5A1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27584" y="1200151"/>
            <a:ext cx="3668216" cy="3147158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Content Placeholder 3">
            <a:extLst>
              <a:ext uri="{FF2B5EF4-FFF2-40B4-BE49-F238E27FC236}">
                <a16:creationId xmlns:a16="http://schemas.microsoft.com/office/drawing/2014/main" id="{6BA74720-C213-4D46-B73C-7A28B92056E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018584" y="1200151"/>
            <a:ext cx="3668216" cy="3147158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9A864191-E915-7640-BB82-D741105144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24200" y="4698880"/>
            <a:ext cx="2895600" cy="274637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E4EDE831-2293-7A43-85C4-A28B6C229D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705600" y="4698880"/>
            <a:ext cx="2133600" cy="274637"/>
          </a:xfrm>
          <a:prstGeom prst="rect">
            <a:avLst/>
          </a:prstGeom>
        </p:spPr>
        <p:txBody>
          <a:bodyPr/>
          <a:lstStyle/>
          <a:p>
            <a:fld id="{11C0C6D2-0806-7544-84E2-13A8C37B7D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8973529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id="{52872D67-C952-6C43-ADEB-A7D4A842DC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2418" y="478849"/>
            <a:ext cx="7854381" cy="584776"/>
          </a:xfrm>
        </p:spPr>
        <p:txBody>
          <a:bodyPr>
            <a:normAutofit/>
          </a:bodyPr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AC7AD202-08DE-AC4E-853E-98AF93FD13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24200" y="4698880"/>
            <a:ext cx="2895600" cy="274637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347AF1A7-15F6-1C4D-8BA2-EC65366FEB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705600" y="4698880"/>
            <a:ext cx="2133600" cy="274637"/>
          </a:xfrm>
          <a:prstGeom prst="rect">
            <a:avLst/>
          </a:prstGeom>
        </p:spPr>
        <p:txBody>
          <a:bodyPr/>
          <a:lstStyle/>
          <a:p>
            <a:fld id="{11C0C6D2-0806-7544-84E2-13A8C37B7D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0294325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691C5104-FD4F-F64E-9297-EA1E5553CE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24200" y="4698880"/>
            <a:ext cx="2895600" cy="274637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CDE1D8AA-1C22-214F-A09C-23606F0888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705600" y="4698880"/>
            <a:ext cx="2133600" cy="274637"/>
          </a:xfrm>
          <a:prstGeom prst="rect">
            <a:avLst/>
          </a:prstGeom>
        </p:spPr>
        <p:txBody>
          <a:bodyPr/>
          <a:lstStyle/>
          <a:p>
            <a:fld id="{11C0C6D2-0806-7544-84E2-13A8C37B7D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685061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F7E3C500-D5CC-CB46-A7AE-B67EE64984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04788"/>
            <a:ext cx="3008313" cy="871537"/>
          </a:xfrm>
        </p:spPr>
        <p:txBody>
          <a:bodyPr anchor="t"/>
          <a:lstStyle>
            <a:lvl1pPr algn="l">
              <a:defRPr sz="2000" b="1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0C12E7FB-88A5-3547-B79B-A3BBE26F05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57200" y="1076325"/>
            <a:ext cx="3008313" cy="3241675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Picture Placeholder 2">
            <a:extLst>
              <a:ext uri="{FF2B5EF4-FFF2-40B4-BE49-F238E27FC236}">
                <a16:creationId xmlns:a16="http://schemas.microsoft.com/office/drawing/2014/main" id="{70F6A954-B4C0-A14C-ABED-5AD2CD595F5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741613" y="204788"/>
            <a:ext cx="5187463" cy="4113212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F374B676-3E5A-8440-963D-4F5BFA6FED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24200" y="4698880"/>
            <a:ext cx="2895600" cy="274637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C2A4881B-EE6D-D848-8782-B3956E641E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705600" y="4698880"/>
            <a:ext cx="2133600" cy="274637"/>
          </a:xfrm>
          <a:prstGeom prst="rect">
            <a:avLst/>
          </a:prstGeom>
        </p:spPr>
        <p:txBody>
          <a:bodyPr/>
          <a:lstStyle/>
          <a:p>
            <a:fld id="{11C0C6D2-0806-7544-84E2-13A8C37B7D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3880663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D245BA94-E526-5C48-A520-05BD5B98F2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92288" y="3356219"/>
            <a:ext cx="5486400" cy="4254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9" name="Picture Placeholder 2">
            <a:extLst>
              <a:ext uri="{FF2B5EF4-FFF2-40B4-BE49-F238E27FC236}">
                <a16:creationId xmlns:a16="http://schemas.microsoft.com/office/drawing/2014/main" id="{831BC04C-E61C-0C4F-BD71-606A45553E1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1792288" y="216144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4955F882-7786-7344-926D-FD42D29684E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792288" y="3781669"/>
            <a:ext cx="5486400" cy="603250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383AB33A-31DC-B847-B12D-72F1AF4663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24200" y="4698880"/>
            <a:ext cx="2895600" cy="274637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DD24FF64-CECB-D14F-8CE4-16D9EF7831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705600" y="4698880"/>
            <a:ext cx="2133600" cy="274637"/>
          </a:xfrm>
          <a:prstGeom prst="rect">
            <a:avLst/>
          </a:prstGeom>
        </p:spPr>
        <p:txBody>
          <a:bodyPr/>
          <a:lstStyle/>
          <a:p>
            <a:fld id="{11C0C6D2-0806-7544-84E2-13A8C37B7D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0763303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F73907CB-8704-B141-87A9-9F4D259109D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913922" y="1856154"/>
            <a:ext cx="3770923" cy="439615"/>
          </a:xfrm>
          <a:prstGeom prst="rect">
            <a:avLst/>
          </a:prstGeom>
        </p:spPr>
        <p:txBody>
          <a:bodyPr/>
          <a:lstStyle>
            <a:lvl1pPr algn="l">
              <a:defRPr sz="2000">
                <a:solidFill>
                  <a:schemeClr val="bg1"/>
                </a:solidFill>
                <a:latin typeface="Muli"/>
                <a:cs typeface="Muli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74CCA59C-2B24-5740-B055-A81D5E23B24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913922" y="2348035"/>
            <a:ext cx="3770923" cy="494811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1400">
                <a:solidFill>
                  <a:srgbClr val="FFFFFF"/>
                </a:solidFill>
                <a:latin typeface="Muli Light"/>
                <a:cs typeface="Muli Light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171276060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D253A618-A4B0-AD44-87CB-C716EB6C7C5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983155" y="1416539"/>
            <a:ext cx="5177691" cy="439615"/>
          </a:xfrm>
          <a:prstGeom prst="rect">
            <a:avLst/>
          </a:prstGeom>
        </p:spPr>
        <p:txBody>
          <a:bodyPr/>
          <a:lstStyle>
            <a:lvl1pPr algn="ctr">
              <a:defRPr sz="2000">
                <a:solidFill>
                  <a:schemeClr val="tx2">
                    <a:lumMod val="75000"/>
                  </a:schemeClr>
                </a:solidFill>
                <a:latin typeface="Muli"/>
                <a:cs typeface="Muli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1890E5D2-9B2E-5849-9C30-1926C8901D6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983155" y="1908420"/>
            <a:ext cx="5177691" cy="494811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1400">
                <a:solidFill>
                  <a:schemeClr val="tx2">
                    <a:lumMod val="75000"/>
                  </a:schemeClr>
                </a:solidFill>
                <a:latin typeface="Muli Light"/>
                <a:cs typeface="Muli Light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2075177166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2E95537A-BBCC-0740-A8FD-4CC4302042A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85800" y="1598613"/>
            <a:ext cx="7772400" cy="1101725"/>
          </a:xfrm>
        </p:spPr>
        <p:txBody>
          <a:bodyPr>
            <a:normAutofit/>
          </a:bodyPr>
          <a:lstStyle>
            <a:lvl1pPr algn="ctr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1D52D533-51A4-014E-82E2-226277F21D8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25F5BB32-0A17-744A-BF98-5BB52B7DC1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24200" y="4698880"/>
            <a:ext cx="2895600" cy="274637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3EC03519-51BF-2147-9FE8-9E9DDCD15E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705600" y="4698880"/>
            <a:ext cx="2133600" cy="274637"/>
          </a:xfrm>
          <a:prstGeom prst="rect">
            <a:avLst/>
          </a:prstGeom>
        </p:spPr>
        <p:txBody>
          <a:bodyPr/>
          <a:lstStyle/>
          <a:p>
            <a:fld id="{11C0C6D2-0806-7544-84E2-13A8C37B7D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8418485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84396133-E786-D64D-90E1-34A8BE0FF5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7584" y="483517"/>
            <a:ext cx="7859216" cy="58010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0372DA36-35DB-ED43-8DD4-766A9BD9305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27584" y="1200150"/>
            <a:ext cx="7859216" cy="307877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645F2C3D-EEE9-054C-A1D6-3709CE2018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24200" y="4698880"/>
            <a:ext cx="2895600" cy="274637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8374E3E4-449E-B044-9A5E-FAE893E4BE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705600" y="4698880"/>
            <a:ext cx="2133600" cy="274637"/>
          </a:xfrm>
          <a:prstGeom prst="rect">
            <a:avLst/>
          </a:prstGeom>
        </p:spPr>
        <p:txBody>
          <a:bodyPr/>
          <a:lstStyle/>
          <a:p>
            <a:fld id="{11C0C6D2-0806-7544-84E2-13A8C37B7D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6605945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8F33E590-CD53-A043-A6D7-DE37C5FAC5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2313" y="3305175"/>
            <a:ext cx="7772400" cy="1022350"/>
          </a:xfrm>
        </p:spPr>
        <p:txBody>
          <a:bodyPr anchor="t">
            <a:normAutofit/>
          </a:bodyPr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7D3D29B3-A120-D445-85C9-BCEDD6A9E5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22313" y="2179638"/>
            <a:ext cx="7772400" cy="1125537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F00C8ADD-D6BA-B84F-B55F-C93F7B044A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24200" y="4698880"/>
            <a:ext cx="2895600" cy="274637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C3FAB9D1-88FA-2D49-93E8-40B588F437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705600" y="4698880"/>
            <a:ext cx="2133600" cy="274637"/>
          </a:xfrm>
          <a:prstGeom prst="rect">
            <a:avLst/>
          </a:prstGeom>
        </p:spPr>
        <p:txBody>
          <a:bodyPr/>
          <a:lstStyle/>
          <a:p>
            <a:fld id="{11C0C6D2-0806-7544-84E2-13A8C37B7D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3893735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BF9AA82C-D916-1344-8B22-6961870AF8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7584" y="367566"/>
            <a:ext cx="7859216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936CF094-E71F-F54D-AB8E-887785DD5A1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27584" y="1200151"/>
            <a:ext cx="3668216" cy="3147158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Content Placeholder 3">
            <a:extLst>
              <a:ext uri="{FF2B5EF4-FFF2-40B4-BE49-F238E27FC236}">
                <a16:creationId xmlns:a16="http://schemas.microsoft.com/office/drawing/2014/main" id="{6BA74720-C213-4D46-B73C-7A28B92056E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018584" y="1200151"/>
            <a:ext cx="3668216" cy="3147158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9A864191-E915-7640-BB82-D741105144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24200" y="4698880"/>
            <a:ext cx="2895600" cy="274637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E4EDE831-2293-7A43-85C4-A28B6C229D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705600" y="4698880"/>
            <a:ext cx="2133600" cy="274637"/>
          </a:xfrm>
          <a:prstGeom prst="rect">
            <a:avLst/>
          </a:prstGeom>
        </p:spPr>
        <p:txBody>
          <a:bodyPr/>
          <a:lstStyle/>
          <a:p>
            <a:fld id="{11C0C6D2-0806-7544-84E2-13A8C37B7D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4566068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id="{52872D67-C952-6C43-ADEB-A7D4A842DC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2418" y="478849"/>
            <a:ext cx="7854381" cy="584776"/>
          </a:xfrm>
        </p:spPr>
        <p:txBody>
          <a:bodyPr>
            <a:normAutofit/>
          </a:bodyPr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AC7AD202-08DE-AC4E-853E-98AF93FD13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24200" y="4698880"/>
            <a:ext cx="2895600" cy="274637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347AF1A7-15F6-1C4D-8BA2-EC65366FEB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705600" y="4698880"/>
            <a:ext cx="2133600" cy="274637"/>
          </a:xfrm>
          <a:prstGeom prst="rect">
            <a:avLst/>
          </a:prstGeom>
        </p:spPr>
        <p:txBody>
          <a:bodyPr/>
          <a:lstStyle/>
          <a:p>
            <a:fld id="{11C0C6D2-0806-7544-84E2-13A8C37B7D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4352943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691C5104-FD4F-F64E-9297-EA1E5553CE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24200" y="4698880"/>
            <a:ext cx="2895600" cy="274637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CDE1D8AA-1C22-214F-A09C-23606F0888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705600" y="4698880"/>
            <a:ext cx="2133600" cy="274637"/>
          </a:xfrm>
          <a:prstGeom prst="rect">
            <a:avLst/>
          </a:prstGeom>
        </p:spPr>
        <p:txBody>
          <a:bodyPr/>
          <a:lstStyle/>
          <a:p>
            <a:fld id="{11C0C6D2-0806-7544-84E2-13A8C37B7D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2884741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F7E3C500-D5CC-CB46-A7AE-B67EE64984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04788"/>
            <a:ext cx="3008313" cy="871537"/>
          </a:xfrm>
        </p:spPr>
        <p:txBody>
          <a:bodyPr anchor="t"/>
          <a:lstStyle>
            <a:lvl1pPr algn="l">
              <a:defRPr sz="2000" b="1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0C12E7FB-88A5-3547-B79B-A3BBE26F05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57200" y="1076325"/>
            <a:ext cx="3008313" cy="3241675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Picture Placeholder 2">
            <a:extLst>
              <a:ext uri="{FF2B5EF4-FFF2-40B4-BE49-F238E27FC236}">
                <a16:creationId xmlns:a16="http://schemas.microsoft.com/office/drawing/2014/main" id="{70F6A954-B4C0-A14C-ABED-5AD2CD595F5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741613" y="204788"/>
            <a:ext cx="5187463" cy="4113212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F374B676-3E5A-8440-963D-4F5BFA6FED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24200" y="4698880"/>
            <a:ext cx="2895600" cy="274637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C2A4881B-EE6D-D848-8782-B3956E641E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705600" y="4698880"/>
            <a:ext cx="2133600" cy="274637"/>
          </a:xfrm>
          <a:prstGeom prst="rect">
            <a:avLst/>
          </a:prstGeom>
        </p:spPr>
        <p:txBody>
          <a:bodyPr/>
          <a:lstStyle/>
          <a:p>
            <a:fld id="{11C0C6D2-0806-7544-84E2-13A8C37B7D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8795829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D245BA94-E526-5C48-A520-05BD5B98F2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92288" y="3356219"/>
            <a:ext cx="5486400" cy="4254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9" name="Picture Placeholder 2">
            <a:extLst>
              <a:ext uri="{FF2B5EF4-FFF2-40B4-BE49-F238E27FC236}">
                <a16:creationId xmlns:a16="http://schemas.microsoft.com/office/drawing/2014/main" id="{831BC04C-E61C-0C4F-BD71-606A45553E1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1792288" y="216144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4955F882-7786-7344-926D-FD42D29684E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792288" y="3781669"/>
            <a:ext cx="5486400" cy="603250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383AB33A-31DC-B847-B12D-72F1AF4663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24200" y="4698880"/>
            <a:ext cx="2895600" cy="274637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DD24FF64-CECB-D14F-8CE4-16D9EF7831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705600" y="4698880"/>
            <a:ext cx="2133600" cy="274637"/>
          </a:xfrm>
          <a:prstGeom prst="rect">
            <a:avLst/>
          </a:prstGeom>
        </p:spPr>
        <p:txBody>
          <a:bodyPr/>
          <a:lstStyle/>
          <a:p>
            <a:fld id="{11C0C6D2-0806-7544-84E2-13A8C37B7D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3520946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slideLayout" Target="../slideLayouts/slideLayout5.xml"/><Relationship Id="rId3" Type="http://schemas.openxmlformats.org/officeDocument/2006/relationships/slideLayout" Target="../slideLayouts/slideLayout6.xml"/><Relationship Id="rId4" Type="http://schemas.openxmlformats.org/officeDocument/2006/relationships/slideLayout" Target="../slideLayouts/slideLayout7.xml"/><Relationship Id="rId5" Type="http://schemas.openxmlformats.org/officeDocument/2006/relationships/slideLayout" Target="../slideLayouts/slideLayout8.xml"/><Relationship Id="rId6" Type="http://schemas.openxmlformats.org/officeDocument/2006/relationships/slideLayout" Target="../slideLayouts/slideLayout9.xml"/><Relationship Id="rId7" Type="http://schemas.openxmlformats.org/officeDocument/2006/relationships/slideLayout" Target="../slideLayouts/slideLayout10.xml"/><Relationship Id="rId8" Type="http://schemas.openxmlformats.org/officeDocument/2006/relationships/slideLayout" Target="../slideLayouts/slideLayout11.xml"/><Relationship Id="rId9" Type="http://schemas.openxmlformats.org/officeDocument/2006/relationships/slideLayout" Target="../slideLayouts/slideLayout12.xml"/><Relationship Id="rId10" Type="http://schemas.openxmlformats.org/officeDocument/2006/relationships/slideLayout" Target="../slideLayouts/slideLayout13.xml"/><Relationship Id="rId11" Type="http://schemas.openxmlformats.org/officeDocument/2006/relationships/slideLayout" Target="../slideLayouts/slideLayout14.xml"/><Relationship Id="rId12" Type="http://schemas.openxmlformats.org/officeDocument/2006/relationships/slideLayout" Target="../slideLayouts/slideLayout15.xml"/><Relationship Id="rId13" Type="http://schemas.openxmlformats.org/officeDocument/2006/relationships/slideLayout" Target="../slideLayouts/slideLayout16.xml"/><Relationship Id="rId14" Type="http://schemas.openxmlformats.org/officeDocument/2006/relationships/slideLayout" Target="../slideLayouts/slideLayout17.xml"/><Relationship Id="rId15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theme" Target="../theme/theme3.xml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slideLayout" Target="../slideLayouts/slideLayout20.xml"/><Relationship Id="rId3" Type="http://schemas.openxmlformats.org/officeDocument/2006/relationships/theme" Target="../theme/theme4.xml"/><Relationship Id="rId4" Type="http://schemas.openxmlformats.org/officeDocument/2006/relationships/image" Target="../media/image8.jpg"/><Relationship Id="rId5" Type="http://schemas.openxmlformats.org/officeDocument/2006/relationships/image" Target="../media/image9.emf"/></Relationships>
</file>

<file path=ppt/slideMasters/_rels/slideMaster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slideLayout" Target="../slideLayouts/slideLayout22.xml"/><Relationship Id="rId3" Type="http://schemas.openxmlformats.org/officeDocument/2006/relationships/theme" Target="../theme/theme5.xml"/><Relationship Id="rId4" Type="http://schemas.openxmlformats.org/officeDocument/2006/relationships/image" Target="../media/image8.jpg"/><Relationship Id="rId5" Type="http://schemas.openxmlformats.org/officeDocument/2006/relationships/image" Target="../media/image9.emf"/></Relationships>
</file>

<file path=ppt/slideMasters/_rels/slideMaster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slideLayout" Target="../slideLayouts/slideLayout24.xml"/><Relationship Id="rId3" Type="http://schemas.openxmlformats.org/officeDocument/2006/relationships/theme" Target="../theme/theme6.xml"/><Relationship Id="rId4" Type="http://schemas.openxmlformats.org/officeDocument/2006/relationships/image" Target="../media/image10.jpeg"/><Relationship Id="rId5" Type="http://schemas.openxmlformats.org/officeDocument/2006/relationships/image" Target="../media/image9.emf"/></Relationships>
</file>

<file path=ppt/slideMasters/_rels/slideMaster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6.xml"/><Relationship Id="rId3" Type="http://schemas.openxmlformats.org/officeDocument/2006/relationships/slideLayout" Target="../slideLayouts/slideLayout27.xml"/><Relationship Id="rId4" Type="http://schemas.openxmlformats.org/officeDocument/2006/relationships/slideLayout" Target="../slideLayouts/slideLayout28.xml"/><Relationship Id="rId5" Type="http://schemas.openxmlformats.org/officeDocument/2006/relationships/slideLayout" Target="../slideLayouts/slideLayout29.xml"/><Relationship Id="rId6" Type="http://schemas.openxmlformats.org/officeDocument/2006/relationships/slideLayout" Target="../slideLayouts/slideLayout30.xml"/><Relationship Id="rId7" Type="http://schemas.openxmlformats.org/officeDocument/2006/relationships/slideLayout" Target="../slideLayouts/slideLayout31.xml"/><Relationship Id="rId8" Type="http://schemas.openxmlformats.org/officeDocument/2006/relationships/slideLayout" Target="../slideLayouts/slideLayout32.xml"/><Relationship Id="rId9" Type="http://schemas.openxmlformats.org/officeDocument/2006/relationships/slideLayout" Target="../slideLayouts/slideLayout33.xml"/><Relationship Id="rId10" Type="http://schemas.openxmlformats.org/officeDocument/2006/relationships/slideLayout" Target="../slideLayouts/slideLayout34.xml"/><Relationship Id="rId11" Type="http://schemas.openxmlformats.org/officeDocument/2006/relationships/slideLayout" Target="../slideLayouts/slideLayout35.xml"/><Relationship Id="rId12" Type="http://schemas.openxmlformats.org/officeDocument/2006/relationships/slideLayout" Target="../slideLayouts/slideLayout36.xml"/><Relationship Id="rId13" Type="http://schemas.openxmlformats.org/officeDocument/2006/relationships/slideLayout" Target="../slideLayouts/slideLayout37.xml"/><Relationship Id="rId14" Type="http://schemas.openxmlformats.org/officeDocument/2006/relationships/slideLayout" Target="../slideLayouts/slideLayout38.xml"/><Relationship Id="rId15" Type="http://schemas.openxmlformats.org/officeDocument/2006/relationships/theme" Target="../theme/theme7.xml"/></Relationships>
</file>

<file path=ppt/slideMasters/_rels/slideMaster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9.xml"/><Relationship Id="rId2" Type="http://schemas.openxmlformats.org/officeDocument/2006/relationships/slideLayout" Target="../slideLayouts/slideLayout40.xml"/><Relationship Id="rId3" Type="http://schemas.openxmlformats.org/officeDocument/2006/relationships/slideLayout" Target="../slideLayouts/slideLayout41.xml"/><Relationship Id="rId4" Type="http://schemas.openxmlformats.org/officeDocument/2006/relationships/slideLayout" Target="../slideLayouts/slideLayout42.xml"/><Relationship Id="rId5" Type="http://schemas.openxmlformats.org/officeDocument/2006/relationships/theme" Target="../theme/theme8.xml"/><Relationship Id="rId6" Type="http://schemas.openxmlformats.org/officeDocument/2006/relationships/image" Target="../media/image12.emf"/></Relationships>
</file>

<file path=ppt/slideMasters/_rels/slideMaster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3.xml"/><Relationship Id="rId2" Type="http://schemas.openxmlformats.org/officeDocument/2006/relationships/slideLayout" Target="../slideLayouts/slideLayout44.xml"/><Relationship Id="rId3" Type="http://schemas.openxmlformats.org/officeDocument/2006/relationships/slideLayout" Target="../slideLayouts/slideLayout45.xml"/><Relationship Id="rId4" Type="http://schemas.openxmlformats.org/officeDocument/2006/relationships/slideLayout" Target="../slideLayouts/slideLayout46.xml"/><Relationship Id="rId5" Type="http://schemas.openxmlformats.org/officeDocument/2006/relationships/slideLayout" Target="../slideLayouts/slideLayout47.xml"/><Relationship Id="rId6" Type="http://schemas.openxmlformats.org/officeDocument/2006/relationships/slideLayout" Target="../slideLayouts/slideLayout48.xml"/><Relationship Id="rId7" Type="http://schemas.openxmlformats.org/officeDocument/2006/relationships/slideLayout" Target="../slideLayouts/slideLayout49.xml"/><Relationship Id="rId8" Type="http://schemas.openxmlformats.org/officeDocument/2006/relationships/slideLayout" Target="../slideLayouts/slideLayout50.xml"/><Relationship Id="rId9" Type="http://schemas.openxmlformats.org/officeDocument/2006/relationships/theme" Target="../theme/theme9.xml"/><Relationship Id="rId10" Type="http://schemas.openxmlformats.org/officeDocument/2006/relationships/image" Target="../media/image12.emf"/></Relationships>
</file>

<file path=ppt/slideMasters/_rels/slideMaster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1.xml"/><Relationship Id="rId2" Type="http://schemas.openxmlformats.org/officeDocument/2006/relationships/theme" Target="../theme/theme10.xml"/><Relationship Id="rId3" Type="http://schemas.openxmlformats.org/officeDocument/2006/relationships/image" Target="../media/image9.emf"/></Relationships>
</file>

<file path=ppt/slideMasters/_rels/slideMaster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2.xml"/><Relationship Id="rId2" Type="http://schemas.openxmlformats.org/officeDocument/2006/relationships/theme" Target="../theme/theme11.xml"/><Relationship Id="rId3" Type="http://schemas.openxmlformats.org/officeDocument/2006/relationships/image" Target="../media/image26.emf"/></Relationships>
</file>

<file path=ppt/slideMasters/_rels/slideMaster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3.xml"/><Relationship Id="rId2" Type="http://schemas.openxmlformats.org/officeDocument/2006/relationships/slideLayout" Target="../slideLayouts/slideLayout54.xml"/><Relationship Id="rId3" Type="http://schemas.openxmlformats.org/officeDocument/2006/relationships/slideLayout" Target="../slideLayouts/slideLayout55.xml"/><Relationship Id="rId4" Type="http://schemas.openxmlformats.org/officeDocument/2006/relationships/slideLayout" Target="../slideLayouts/slideLayout56.xml"/><Relationship Id="rId5" Type="http://schemas.openxmlformats.org/officeDocument/2006/relationships/slideLayout" Target="../slideLayouts/slideLayout57.xml"/><Relationship Id="rId6" Type="http://schemas.openxmlformats.org/officeDocument/2006/relationships/slideLayout" Target="../slideLayouts/slideLayout58.xml"/><Relationship Id="rId7" Type="http://schemas.openxmlformats.org/officeDocument/2006/relationships/slideLayout" Target="../slideLayouts/slideLayout59.xml"/><Relationship Id="rId8" Type="http://schemas.openxmlformats.org/officeDocument/2006/relationships/slideLayout" Target="../slideLayouts/slideLayout60.xml"/><Relationship Id="rId9" Type="http://schemas.openxmlformats.org/officeDocument/2006/relationships/theme" Target="../theme/theme12.xml"/><Relationship Id="rId10" Type="http://schemas.openxmlformats.org/officeDocument/2006/relationships/image" Target="../media/image22.jpeg"/><Relationship Id="rId11" Type="http://schemas.openxmlformats.org/officeDocument/2006/relationships/image" Target="../media/image12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4135837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9" r:id="rId1"/>
    <p:sldLayoutId id="2147483668" r:id="rId2"/>
    <p:sldLayoutId id="2147483724" r:id="rId3"/>
  </p:sldLayoutIdLst>
  <p:hf hdr="0" ftr="0" dt="0"/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501377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71" r:id="rId3"/>
    <p:sldLayoutId id="2147483670" r:id="rId4"/>
    <p:sldLayoutId id="2147483674" r:id="rId5"/>
    <p:sldLayoutId id="2147483673" r:id="rId6"/>
    <p:sldLayoutId id="2147483672" r:id="rId7"/>
    <p:sldLayoutId id="2147483675" r:id="rId8"/>
    <p:sldLayoutId id="2147483677" r:id="rId9"/>
    <p:sldLayoutId id="2147483676" r:id="rId10"/>
    <p:sldLayoutId id="2147483682" r:id="rId11"/>
    <p:sldLayoutId id="2147483694" r:id="rId12"/>
    <p:sldLayoutId id="2147483695" r:id="rId13"/>
    <p:sldLayoutId id="2147483696" r:id="rId14"/>
  </p:sldLayoutIdLst>
  <p:hf hdr="0" ftr="0" dt="0"/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497864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5" r:id="rId1"/>
  </p:sldLayoutIdLst>
  <p:hf hdr="0" ftr="0" dt="0"/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picture containing person, indoor, sitting, looking&#10;&#10;Description automatically generated">
            <a:extLst>
              <a:ext uri="{FF2B5EF4-FFF2-40B4-BE49-F238E27FC236}">
                <a16:creationId xmlns:a16="http://schemas.microsoft.com/office/drawing/2014/main" id="{9A4BF891-650E-0144-BFE9-5FC44BEE7DD3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9659C2CB-E4AF-C543-8C69-76AC6570E984}"/>
              </a:ext>
            </a:extLst>
          </p:cNvPr>
          <p:cNvSpPr/>
          <p:nvPr userDrawn="1"/>
        </p:nvSpPr>
        <p:spPr>
          <a:xfrm flipV="1">
            <a:off x="1" y="4335419"/>
            <a:ext cx="9143999" cy="808080"/>
          </a:xfrm>
          <a:prstGeom prst="rect">
            <a:avLst/>
          </a:prstGeom>
          <a:solidFill>
            <a:srgbClr val="003366"/>
          </a:solidFill>
          <a:ln>
            <a:noFill/>
          </a:ln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/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>
            <a:lvl1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kern="1200" dirty="0">
              <a:latin typeface="Muli"/>
            </a:endParaRPr>
          </a:p>
        </p:txBody>
      </p:sp>
      <p:pic>
        <p:nvPicPr>
          <p:cNvPr id="9" name="Picture 8" descr="e_UST_L3_white.eps">
            <a:extLst>
              <a:ext uri="{FF2B5EF4-FFF2-40B4-BE49-F238E27FC236}">
                <a16:creationId xmlns:a16="http://schemas.microsoft.com/office/drawing/2014/main" id="{6624E895-A3EE-E849-B1DC-35084406CAF9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9400" y="4512127"/>
            <a:ext cx="1765735" cy="4350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3512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8" r:id="rId1"/>
    <p:sldLayoutId id="2147483699" r:id="rId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picture containing person, indoor, sitting, looking&#10;&#10;Description automatically generated">
            <a:extLst>
              <a:ext uri="{FF2B5EF4-FFF2-40B4-BE49-F238E27FC236}">
                <a16:creationId xmlns:a16="http://schemas.microsoft.com/office/drawing/2014/main" id="{A453BA41-7822-D940-AB62-08F80E1D0F0F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2C9CB6DF-C119-0440-B71E-0BE775858CE1}"/>
              </a:ext>
            </a:extLst>
          </p:cNvPr>
          <p:cNvSpPr/>
          <p:nvPr userDrawn="1"/>
        </p:nvSpPr>
        <p:spPr>
          <a:xfrm flipV="1">
            <a:off x="1" y="4512127"/>
            <a:ext cx="9143999" cy="631372"/>
          </a:xfrm>
          <a:prstGeom prst="rect">
            <a:avLst/>
          </a:prstGeom>
          <a:solidFill>
            <a:srgbClr val="003366"/>
          </a:solidFill>
          <a:ln>
            <a:noFill/>
          </a:ln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/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>
            <a:lvl1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kern="1200" dirty="0">
              <a:latin typeface="Muli"/>
            </a:endParaRPr>
          </a:p>
        </p:txBody>
      </p:sp>
      <p:pic>
        <p:nvPicPr>
          <p:cNvPr id="9" name="Picture 8" descr="e_UST_L3_white.eps">
            <a:extLst>
              <a:ext uri="{FF2B5EF4-FFF2-40B4-BE49-F238E27FC236}">
                <a16:creationId xmlns:a16="http://schemas.microsoft.com/office/drawing/2014/main" id="{E2323653-D6E2-B14C-848F-86FD6348224E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9401" y="4630240"/>
            <a:ext cx="1498600" cy="3692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09842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1" r:id="rId1"/>
    <p:sldLayoutId id="2147483702" r:id="rId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URAO-2019-CYT.jpg">
            <a:extLst>
              <a:ext uri="{FF2B5EF4-FFF2-40B4-BE49-F238E27FC236}">
                <a16:creationId xmlns:a16="http://schemas.microsoft.com/office/drawing/2014/main" id="{9AEE2D6C-5ACC-8847-BA6F-E7E79A96745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892" r="10457"/>
          <a:stretch/>
        </p:blipFill>
        <p:spPr>
          <a:xfrm>
            <a:off x="3266032" y="13509"/>
            <a:ext cx="5877968" cy="5143500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D0DA7612-36A5-6849-9270-C5FECCA6F604}"/>
              </a:ext>
            </a:extLst>
          </p:cNvPr>
          <p:cNvSpPr/>
          <p:nvPr userDrawn="1"/>
        </p:nvSpPr>
        <p:spPr>
          <a:xfrm flipV="1">
            <a:off x="3" y="-9"/>
            <a:ext cx="3931884" cy="5143499"/>
          </a:xfrm>
          <a:prstGeom prst="rect">
            <a:avLst/>
          </a:prstGeom>
          <a:solidFill>
            <a:srgbClr val="003366"/>
          </a:solidFill>
          <a:ln>
            <a:noFill/>
          </a:ln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/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>
            <a:lvl1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kern="1200" dirty="0">
              <a:latin typeface="Muli"/>
            </a:endParaRPr>
          </a:p>
        </p:txBody>
      </p:sp>
      <p:pic>
        <p:nvPicPr>
          <p:cNvPr id="9" name="Picture 8" descr="e_UST_L3_white.eps">
            <a:extLst>
              <a:ext uri="{FF2B5EF4-FFF2-40B4-BE49-F238E27FC236}">
                <a16:creationId xmlns:a16="http://schemas.microsoft.com/office/drawing/2014/main" id="{3FB1B892-51B6-6447-939A-D37A1424F610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2377" y="4589713"/>
            <a:ext cx="1498600" cy="3692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89164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4" r:id="rId1"/>
    <p:sldLayoutId id="2147483705" r:id="rId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580458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7" r:id="rId1"/>
    <p:sldLayoutId id="2147483708" r:id="rId2"/>
    <p:sldLayoutId id="2147483730" r:id="rId3"/>
    <p:sldLayoutId id="2147483731" r:id="rId4"/>
    <p:sldLayoutId id="2147483732" r:id="rId5"/>
    <p:sldLayoutId id="2147483733" r:id="rId6"/>
    <p:sldLayoutId id="2147483737" r:id="rId7"/>
    <p:sldLayoutId id="2147483734" r:id="rId8"/>
    <p:sldLayoutId id="2147483735" r:id="rId9"/>
    <p:sldLayoutId id="2147483736" r:id="rId10"/>
    <p:sldLayoutId id="2147483740" r:id="rId11"/>
    <p:sldLayoutId id="2147483738" r:id="rId12"/>
    <p:sldLayoutId id="2147483739" r:id="rId13"/>
    <p:sldLayoutId id="2147483710" r:id="rId14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8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1D6C9B5A-ECA8-A84F-ACB6-C97AFAFA1635}"/>
              </a:ext>
            </a:extLst>
          </p:cNvPr>
          <p:cNvSpPr/>
          <p:nvPr userDrawn="1"/>
        </p:nvSpPr>
        <p:spPr>
          <a:xfrm flipV="1">
            <a:off x="1" y="4512127"/>
            <a:ext cx="9143999" cy="631372"/>
          </a:xfrm>
          <a:prstGeom prst="rect">
            <a:avLst/>
          </a:prstGeom>
          <a:solidFill>
            <a:srgbClr val="003366"/>
          </a:solidFill>
          <a:ln>
            <a:noFill/>
          </a:ln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/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>
            <a:lvl1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kern="1200" dirty="0">
              <a:latin typeface="Muli"/>
            </a:endParaRPr>
          </a:p>
        </p:txBody>
      </p:sp>
      <p:pic>
        <p:nvPicPr>
          <p:cNvPr id="11" name="Picture 10" descr="UST_L4_white.eps">
            <a:extLst>
              <a:ext uri="{FF2B5EF4-FFF2-40B4-BE49-F238E27FC236}">
                <a16:creationId xmlns:a16="http://schemas.microsoft.com/office/drawing/2014/main" id="{8873749A-B8A9-BC45-BD6D-05A37211583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6298"/>
          <a:stretch/>
        </p:blipFill>
        <p:spPr>
          <a:xfrm>
            <a:off x="235019" y="4620199"/>
            <a:ext cx="298575" cy="4028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91812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6" r:id="rId1"/>
    <p:sldLayoutId id="2147483727" r:id="rId2"/>
    <p:sldLayoutId id="2147483728" r:id="rId3"/>
    <p:sldLayoutId id="2147483729" r:id="rId4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9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96C42176-D1ED-C944-B011-D07E19E33C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2418" y="478849"/>
            <a:ext cx="7854382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729FBED7-6343-4E4B-84AF-5BDD1E2B92E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2418" y="1200150"/>
            <a:ext cx="7854382" cy="3078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284CCD94-D764-BD4F-9FB8-D56F2491CF2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124200" y="4686209"/>
            <a:ext cx="2895600" cy="274637"/>
          </a:xfrm>
          <a:prstGeom prst="rect">
            <a:avLst/>
          </a:prstGeom>
        </p:spPr>
        <p:txBody>
          <a:bodyPr/>
          <a:lstStyle>
            <a:lvl1pPr algn="ctr">
              <a:defRPr sz="1000">
                <a:solidFill>
                  <a:schemeClr val="tx1"/>
                </a:solidFill>
                <a:latin typeface="Muli Light"/>
                <a:cs typeface="Muli Light"/>
              </a:defRPr>
            </a:lvl1pPr>
          </a:lstStyle>
          <a:p>
            <a:endParaRPr lang="en-US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78D6DDC3-0AD5-384E-A938-96ED2F5627E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836944" y="4686209"/>
            <a:ext cx="2133600" cy="274637"/>
          </a:xfrm>
          <a:prstGeom prst="rect">
            <a:avLst/>
          </a:prstGeom>
        </p:spPr>
        <p:txBody>
          <a:bodyPr/>
          <a:lstStyle>
            <a:lvl1pPr algn="r">
              <a:defRPr sz="1000">
                <a:solidFill>
                  <a:schemeClr val="tx1"/>
                </a:solidFill>
                <a:latin typeface="Muli"/>
              </a:defRPr>
            </a:lvl1pPr>
          </a:lstStyle>
          <a:p>
            <a:fld id="{543F94D5-381C-B041-837D-11FDDB7301AD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CF4F2D74-0618-A04C-8831-2A7AAEC70D67}"/>
              </a:ext>
            </a:extLst>
          </p:cNvPr>
          <p:cNvGrpSpPr/>
          <p:nvPr userDrawn="1"/>
        </p:nvGrpSpPr>
        <p:grpSpPr>
          <a:xfrm>
            <a:off x="-5190" y="4167985"/>
            <a:ext cx="974571" cy="974571"/>
            <a:chOff x="5491" y="4185101"/>
            <a:chExt cx="974571" cy="974571"/>
          </a:xfrm>
        </p:grpSpPr>
        <p:sp>
          <p:nvSpPr>
            <p:cNvPr id="15" name="Right Triangle 14">
              <a:extLst>
                <a:ext uri="{FF2B5EF4-FFF2-40B4-BE49-F238E27FC236}">
                  <a16:creationId xmlns:a16="http://schemas.microsoft.com/office/drawing/2014/main" id="{31F73104-166D-224B-9EEC-3847B3D6B9C8}"/>
                </a:ext>
              </a:extLst>
            </p:cNvPr>
            <p:cNvSpPr/>
            <p:nvPr/>
          </p:nvSpPr>
          <p:spPr>
            <a:xfrm>
              <a:off x="5491" y="4185101"/>
              <a:ext cx="974571" cy="974571"/>
            </a:xfrm>
            <a:prstGeom prst="rtTriangle">
              <a:avLst/>
            </a:prstGeom>
            <a:solidFill>
              <a:srgbClr val="053A6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6" name="Picture 15" descr="UST_L4_white.eps">
              <a:extLst>
                <a:ext uri="{FF2B5EF4-FFF2-40B4-BE49-F238E27FC236}">
                  <a16:creationId xmlns:a16="http://schemas.microsoft.com/office/drawing/2014/main" id="{A05E7277-7BDF-0B4C-B075-3FB8BAAB401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0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 r="76298"/>
            <a:stretch/>
          </p:blipFill>
          <p:spPr>
            <a:xfrm>
              <a:off x="199585" y="4693906"/>
              <a:ext cx="224324" cy="302687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6092524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2" r:id="rId1"/>
    <p:sldLayoutId id="2147483713" r:id="rId2"/>
    <p:sldLayoutId id="2147483714" r:id="rId3"/>
    <p:sldLayoutId id="2147483715" r:id="rId4"/>
    <p:sldLayoutId id="2147483716" r:id="rId5"/>
    <p:sldLayoutId id="2147483717" r:id="rId6"/>
    <p:sldLayoutId id="2147483718" r:id="rId7"/>
    <p:sldLayoutId id="2147483719" r:id="rId8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1" i="0" kern="1200">
          <a:solidFill>
            <a:srgbClr val="004479"/>
          </a:solidFill>
          <a:latin typeface="Muli" panose="02000503040000020004" pitchFamily="2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Muli Light" panose="02000503040000020004" pitchFamily="2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Muli Light" panose="02000503040000020004" pitchFamily="2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Muli Light" panose="02000503040000020004" pitchFamily="2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Muli Light" panose="02000503040000020004" pitchFamily="2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Muli Light" panose="02000503040000020004" pitchFamily="2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0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FF82B8E3-5EF2-7944-B3BF-9022305D476A}"/>
              </a:ext>
            </a:extLst>
          </p:cNvPr>
          <p:cNvSpPr/>
          <p:nvPr userDrawn="1"/>
        </p:nvSpPr>
        <p:spPr>
          <a:xfrm flipV="1">
            <a:off x="0" y="0"/>
            <a:ext cx="9143999" cy="51435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/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>
            <a:lvl1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kern="1200" dirty="0">
              <a:latin typeface="Muli"/>
            </a:endParaRPr>
          </a:p>
        </p:txBody>
      </p:sp>
      <p:pic>
        <p:nvPicPr>
          <p:cNvPr id="8" name="Picture 7" descr="e_UST_L3_white.eps">
            <a:extLst>
              <a:ext uri="{FF2B5EF4-FFF2-40B4-BE49-F238E27FC236}">
                <a16:creationId xmlns:a16="http://schemas.microsoft.com/office/drawing/2014/main" id="{9A1F1F75-6918-2F4C-A1CD-CB2C99E72895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9057" y="2070924"/>
            <a:ext cx="1765735" cy="4350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408177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1" r:id="rId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e_UST4C_C3_blue.eps">
            <a:extLst>
              <a:ext uri="{FF2B5EF4-FFF2-40B4-BE49-F238E27FC236}">
                <a16:creationId xmlns:a16="http://schemas.microsoft.com/office/drawing/2014/main" id="{69C049E9-4288-374F-83BC-4AAE56535625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45195" y="3556001"/>
            <a:ext cx="1653610" cy="12278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07713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3" r:id="rId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Picture 20">
            <a:extLst>
              <a:ext uri="{FF2B5EF4-FFF2-40B4-BE49-F238E27FC236}">
                <a16:creationId xmlns:a16="http://schemas.microsoft.com/office/drawing/2014/main" id="{B559400F-7630-5C49-A9A5-A61F89ED5FB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0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7356" b="7828"/>
          <a:stretch/>
        </p:blipFill>
        <p:spPr>
          <a:xfrm>
            <a:off x="0" y="-27788"/>
            <a:ext cx="9144000" cy="5170344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0726EAF8-B1AF-D443-8765-AE884C7BCB11}"/>
              </a:ext>
            </a:extLst>
          </p:cNvPr>
          <p:cNvSpPr/>
          <p:nvPr userDrawn="1"/>
        </p:nvSpPr>
        <p:spPr>
          <a:xfrm>
            <a:off x="0" y="-27788"/>
            <a:ext cx="9144000" cy="5199076"/>
          </a:xfrm>
          <a:prstGeom prst="rect">
            <a:avLst/>
          </a:prstGeom>
          <a:solidFill>
            <a:schemeClr val="tx2">
              <a:lumMod val="50000"/>
              <a:alpha val="83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B016A219-9834-DD41-9ED0-C9D93384325B}"/>
              </a:ext>
            </a:extLst>
          </p:cNvPr>
          <p:cNvGrpSpPr/>
          <p:nvPr userDrawn="1"/>
        </p:nvGrpSpPr>
        <p:grpSpPr>
          <a:xfrm>
            <a:off x="-5190" y="4167985"/>
            <a:ext cx="974571" cy="974571"/>
            <a:chOff x="5491" y="4185101"/>
            <a:chExt cx="974571" cy="974571"/>
          </a:xfrm>
        </p:grpSpPr>
        <p:sp>
          <p:nvSpPr>
            <p:cNvPr id="24" name="Right Triangle 23">
              <a:extLst>
                <a:ext uri="{FF2B5EF4-FFF2-40B4-BE49-F238E27FC236}">
                  <a16:creationId xmlns:a16="http://schemas.microsoft.com/office/drawing/2014/main" id="{D7B799BB-3776-CE46-82A9-8A39C737E253}"/>
                </a:ext>
              </a:extLst>
            </p:cNvPr>
            <p:cNvSpPr/>
            <p:nvPr/>
          </p:nvSpPr>
          <p:spPr>
            <a:xfrm>
              <a:off x="5491" y="4185101"/>
              <a:ext cx="974571" cy="974571"/>
            </a:xfrm>
            <a:prstGeom prst="rtTriangle">
              <a:avLst/>
            </a:prstGeom>
            <a:solidFill>
              <a:srgbClr val="053A6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25" name="Picture 24" descr="UST_L4_white.eps">
              <a:extLst>
                <a:ext uri="{FF2B5EF4-FFF2-40B4-BE49-F238E27FC236}">
                  <a16:creationId xmlns:a16="http://schemas.microsoft.com/office/drawing/2014/main" id="{C17D4FCC-F59A-E845-BFA3-0970A3E08D8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1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 r="76298"/>
            <a:stretch/>
          </p:blipFill>
          <p:spPr>
            <a:xfrm>
              <a:off x="199585" y="4693906"/>
              <a:ext cx="224324" cy="302687"/>
            </a:xfrm>
            <a:prstGeom prst="rect">
              <a:avLst/>
            </a:prstGeom>
          </p:spPr>
        </p:pic>
      </p:grp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96C42176-D1ED-C944-B011-D07E19E33C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2418" y="478849"/>
            <a:ext cx="7854382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729FBED7-6343-4E4B-84AF-5BDD1E2B92E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2418" y="1200150"/>
            <a:ext cx="7854382" cy="3078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284CCD94-D764-BD4F-9FB8-D56F2491CF2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124200" y="4686209"/>
            <a:ext cx="2895600" cy="274637"/>
          </a:xfrm>
          <a:prstGeom prst="rect">
            <a:avLst/>
          </a:prstGeom>
        </p:spPr>
        <p:txBody>
          <a:bodyPr/>
          <a:lstStyle>
            <a:lvl1pPr algn="ctr">
              <a:defRPr sz="1000">
                <a:solidFill>
                  <a:schemeClr val="tx1"/>
                </a:solidFill>
                <a:latin typeface="Muli Light"/>
                <a:cs typeface="Muli Light"/>
              </a:defRPr>
            </a:lvl1pPr>
          </a:lstStyle>
          <a:p>
            <a:endParaRPr lang="en-US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78D6DDC3-0AD5-384E-A938-96ED2F5627E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836944" y="4686209"/>
            <a:ext cx="2133600" cy="274637"/>
          </a:xfrm>
          <a:prstGeom prst="rect">
            <a:avLst/>
          </a:prstGeom>
        </p:spPr>
        <p:txBody>
          <a:bodyPr/>
          <a:lstStyle>
            <a:lvl1pPr algn="r">
              <a:defRPr sz="1000">
                <a:solidFill>
                  <a:schemeClr val="bg1"/>
                </a:solidFill>
                <a:latin typeface="Muli"/>
              </a:defRPr>
            </a:lvl1pPr>
          </a:lstStyle>
          <a:p>
            <a:fld id="{543F94D5-381C-B041-837D-11FDDB7301AD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149814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2" r:id="rId1"/>
    <p:sldLayoutId id="2147483743" r:id="rId2"/>
    <p:sldLayoutId id="2147483744" r:id="rId3"/>
    <p:sldLayoutId id="2147483745" r:id="rId4"/>
    <p:sldLayoutId id="2147483746" r:id="rId5"/>
    <p:sldLayoutId id="2147483747" r:id="rId6"/>
    <p:sldLayoutId id="2147483748" r:id="rId7"/>
    <p:sldLayoutId id="2147483749" r:id="rId8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1" i="0" kern="1200">
          <a:solidFill>
            <a:schemeClr val="bg1"/>
          </a:solidFill>
          <a:latin typeface="Muli" panose="02000503040000020004" pitchFamily="2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bg1"/>
          </a:solidFill>
          <a:latin typeface="Muli Light" panose="02000503040000020004" pitchFamily="2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bg1"/>
          </a:solidFill>
          <a:latin typeface="Muli Light" panose="02000503040000020004" pitchFamily="2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bg1"/>
          </a:solidFill>
          <a:latin typeface="Muli Light" panose="02000503040000020004" pitchFamily="2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Muli Light" panose="02000503040000020004" pitchFamily="2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Muli Light" panose="02000503040000020004" pitchFamily="2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5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9.xml"/><Relationship Id="rId2" Type="http://schemas.openxmlformats.org/officeDocument/2006/relationships/image" Target="../media/image27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9.xml"/><Relationship Id="rId2" Type="http://schemas.openxmlformats.org/officeDocument/2006/relationships/image" Target="../media/image28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9.xml"/><Relationship Id="rId2" Type="http://schemas.openxmlformats.org/officeDocument/2006/relationships/image" Target="../media/image29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9.xml"/><Relationship Id="rId2" Type="http://schemas.openxmlformats.org/officeDocument/2006/relationships/image" Target="../media/image30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9.xml"/><Relationship Id="rId2" Type="http://schemas.openxmlformats.org/officeDocument/2006/relationships/image" Target="../media/image31.png"/><Relationship Id="rId3" Type="http://schemas.openxmlformats.org/officeDocument/2006/relationships/image" Target="../media/image3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5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microsoft.com/office/2007/relationships/media" Target="../media/media1.mp4"/><Relationship Id="rId3" Type="http://schemas.openxmlformats.org/officeDocument/2006/relationships/video" Target="../media/media1.mp4"/><Relationship Id="rId4" Type="http://schemas.openxmlformats.org/officeDocument/2006/relationships/image" Target="../media/image33.jpg"/><Relationship Id="rId5" Type="http://schemas.openxmlformats.org/officeDocument/2006/relationships/image" Target="../media/image34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image" Target="../media/image35.jpg"/><Relationship Id="rId3" Type="http://schemas.openxmlformats.org/officeDocument/2006/relationships/image" Target="../media/image36.jpg"/><Relationship Id="rId4" Type="http://schemas.openxmlformats.org/officeDocument/2006/relationships/image" Target="../media/image37.jpg"/><Relationship Id="rId5" Type="http://schemas.openxmlformats.org/officeDocument/2006/relationships/image" Target="../media/image38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image" Target="../media/image39.jpg"/><Relationship Id="rId3" Type="http://schemas.openxmlformats.org/officeDocument/2006/relationships/image" Target="../media/image40.jpg"/><Relationship Id="rId4" Type="http://schemas.openxmlformats.org/officeDocument/2006/relationships/image" Target="../media/image41.jpg"/><Relationship Id="rId5" Type="http://schemas.openxmlformats.org/officeDocument/2006/relationships/image" Target="../media/image42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image" Target="../media/image43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image" Target="../media/image44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image" Target="../media/image45.png"/><Relationship Id="rId3" Type="http://schemas.openxmlformats.org/officeDocument/2006/relationships/image" Target="../media/image46.png"/><Relationship Id="rId4" Type="http://schemas.openxmlformats.org/officeDocument/2006/relationships/image" Target="../media/image47.png"/><Relationship Id="rId5" Type="http://schemas.openxmlformats.org/officeDocument/2006/relationships/image" Target="../media/image48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image" Target="../media/image49.png"/><Relationship Id="rId3" Type="http://schemas.openxmlformats.org/officeDocument/2006/relationships/image" Target="../media/image50.jpg"/><Relationship Id="rId4" Type="http://schemas.openxmlformats.org/officeDocument/2006/relationships/image" Target="../media/image5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5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1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image" Target="../media/image52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/>
          <p:cNvSpPr>
            <a:spLocks noGrp="1"/>
          </p:cNvSpPr>
          <p:nvPr>
            <p:ph type="body" sz="quarter" idx="11"/>
          </p:nvPr>
        </p:nvSpPr>
        <p:spPr>
          <a:prstGeom prst="rect">
            <a:avLst/>
          </a:prstGeom>
        </p:spPr>
        <p:txBody>
          <a:bodyPr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ko-KR" b="1" dirty="0">
                <a:cs typeface="Arial" pitchFamily="34" charset="0"/>
              </a:rPr>
              <a:t>Human–Robot Handover</a:t>
            </a:r>
          </a:p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ko-KR" dirty="0"/>
              <a:t>Created by: Tong Ren     Date: 2026.11.17</a:t>
            </a:r>
            <a:r>
              <a:rPr lang="en-US" altLang="ko-KR" b="1" dirty="0">
                <a:cs typeface="Arial" pitchFamily="34" charset="0"/>
              </a:rPr>
              <a:t/>
            </a:r>
          </a:p>
        </p:txBody>
      </p:sp>
      <p:sp>
        <p:nvSpPr>
          <p:cNvPr id="8" name="Title 7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US" sz="3200" dirty="0"/>
              <a:t>CourseProject</a:t>
            </a:r>
            <a:r>
              <a:rPr lang="en-US" altLang="ko-KR" sz="3200" dirty="0">
                <a:ea typeface="맑은 고딕" pitchFamily="50" charset="-127"/>
              </a:rPr>
              <a:t/>
            </a:r>
            <a:endParaRPr lang="ko-KR" altLang="en-US" sz="3200" dirty="0"/>
          </a:p>
        </p:txBody>
      </p:sp>
    </p:spTree>
    <p:extLst>
      <p:ext uri="{BB962C8B-B14F-4D97-AF65-F5344CB8AC3E}">
        <p14:creationId xmlns:p14="http://schemas.microsoft.com/office/powerpoint/2010/main" val="2802877164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 i="0">
                <a:latin typeface="Muli ExtraBold"/>
                <a:ea typeface="Muli ExtraBold"/>
                <a:cs typeface="Muli ExtraBold"/>
              </a:rPr>
              <a:t>Reinforcement Learning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800" b="0" i="0">
                <a:latin typeface="Muli"/>
                <a:ea typeface="Muli"/>
                <a:cs typeface="Muli"/>
              </a:rPr>
              <a:t>Part 1 of 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1E353FB-D8B8-1646-B472-F6FC98AE092F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 wrap="square"/>
          <a:lstStyle/>
          <a:p>
            <a:pPr>
              <a:spcAft>
                <a:spcPts val="1200"/>
              </a:spcAft>
            </a:pPr>
            <a:r>
              <a:rPr sz="1800" b="1" i="0">
                <a:solidFill>
                  <a:srgbClr val="003366"/>
                </a:solidFill>
                <a:latin typeface="Muli ExtraBold"/>
                <a:ea typeface="Muli ExtraBold"/>
                <a:cs typeface="Muli ExtraBold"/>
              </a:rPr>
              <a:t>A chain of decisions.</a:t>
            </a:r>
            <a:endParaRPr lang="en-US"/>
          </a:p>
          <a:p>
            <a:pPr>
              <a:spcBef>
                <a:spcPts val="800"/>
              </a:spcBef>
            </a:pPr>
            <a:r>
              <a:rPr sz="1400" b="1" i="0">
                <a:solidFill>
                  <a:srgbClr val="003366"/>
                </a:solidFill>
                <a:latin typeface="Muli ExtraBold"/>
                <a:ea typeface="Muli ExtraBold"/>
                <a:cs typeface="Muli ExtraBold"/>
              </a:rPr>
              <a:t>See  </a:t>
            </a:r>
            <a:r>
              <a:rPr sz="14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8 cameras around the car</a:t>
            </a:r>
          </a:p>
          <a:p>
            <a:pPr>
              <a:spcBef>
                <a:spcPts val="800"/>
              </a:spcBef>
            </a:pPr>
            <a:r>
              <a:rPr sz="1400" b="1" i="0">
                <a:solidFill>
                  <a:srgbClr val="003366"/>
                </a:solidFill>
                <a:latin typeface="Muli ExtraBold"/>
                <a:ea typeface="Muli ExtraBold"/>
                <a:cs typeface="Muli ExtraBold"/>
              </a:rPr>
              <a:t>Act  </a:t>
            </a:r>
            <a:r>
              <a:rPr sz="14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steer, accelerate, brake</a:t>
            </a:r>
          </a:p>
          <a:p>
            <a:pPr>
              <a:spcBef>
                <a:spcPts val="800"/>
              </a:spcBef>
            </a:pPr>
            <a:r>
              <a:rPr sz="1400" b="1" i="0">
                <a:solidFill>
                  <a:srgbClr val="003366"/>
                </a:solidFill>
                <a:latin typeface="Muli ExtraBold"/>
                <a:ea typeface="Muli ExtraBold"/>
                <a:cs typeface="Muli ExtraBold"/>
              </a:rPr>
              <a:t>Goal  </a:t>
            </a:r>
            <a:r>
              <a:rPr sz="14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arrive safely and smoothly</a:t>
            </a:r>
          </a:p>
          <a:p>
            <a:pPr>
              <a:spcBef>
                <a:spcPts val="1600"/>
              </a:spcBef>
            </a:pPr>
            <a:r>
              <a:rPr sz="1200" b="0" i="1">
                <a:solidFill>
                  <a:srgbClr val="6B6B6B"/>
                </a:solidFill>
                <a:latin typeface="Muli"/>
                <a:ea typeface="Muli"/>
                <a:cs typeface="Muli"/>
              </a:rPr>
              <a:t>Learned mostly from human driving video. Can it get better than its teachers?</a:t>
            </a:r>
          </a:p>
        </p:txBody>
      </p:sp>
      <p:pic>
        <p:nvPicPr>
          <p:cNvPr id="4" name="Picture Placeholder 3" descr="tesla_autopilot_model_x.jpg"/>
          <p:cNvPicPr>
            <a:picLocks noGrp="1" noChangeAspect="1"/>
          </p:cNvPicPr>
          <p:nvPr>
            <p:ph type="pic" idx="1"/>
          </p:nvPr>
        </p:nvPicPr>
        <p:blipFill>
          <a:blip r:embed="rId2"/>
          <a:srcRect l="2706" r="2706"/>
          <a:stretch>
            <a:fillRect/>
          </a:stretch>
        </p:blipFill>
        <p:spPr/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FB3CC46-4FE6-ED43-A7FE-9C79AAC48AE3}"/>
              </a:ext>
            </a:extLst>
          </p:cNvPr>
          <p:cNvSpPr txBox="1"/>
          <p:nvPr/>
        </p:nvSpPr>
        <p:spPr>
          <a:xfrm>
            <a:off x="457200" y="204788"/>
            <a:ext cx="389572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solidFill>
                  <a:srgbClr val="004479"/>
                </a:solidFill>
                <a:latin typeface="Muli ExtraBold" panose="00000900000000000000" pitchFamily="2" charset="0"/>
              </a:rPr>
              <a:t>Tesla Autopilot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A307C4-5F4A-7347-B376-47CEF79D7F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C0C6D2-0806-7544-84E2-13A8C37B7D3D}" type="slidenum">
              <a:rPr lang="en-US" smtClean="0"/>
              <a:t>3</a:t>
            </a:fld>
            <a:endParaRPr lang="en-US"/>
          </a:p>
        </p:txBody>
      </p:sp>
      <p:sp>
        <p:nvSpPr>
          <p:cNvPr id="7" name="Rounded Rectangle 6"/>
          <p:cNvSpPr/>
          <p:nvPr/>
        </p:nvSpPr>
        <p:spPr>
          <a:xfrm>
            <a:off x="457200" y="3611880"/>
            <a:ext cx="3008313" cy="384048"/>
          </a:xfrm>
          <a:prstGeom prst="round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Muli ExtraBold"/>
                <a:ea typeface="Muli ExtraBold"/>
                <a:cs typeface="Muli ExtraBold"/>
              </a:rPr>
              <a:t>Partially observed: cameras miss things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41613" y="4354576"/>
            <a:ext cx="5187463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B6B6B"/>
                </a:solidFill>
                <a:latin typeface="Muli"/>
                <a:ea typeface="Muli"/>
                <a:cs typeface="Muli"/>
              </a:rPr>
              <a:t>Autopilot engaged in a Model X. Photo: Isnoop, CC BY-SA 4.0, Wikimedia Commons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1E353FB-D8B8-1646-B472-F6FC98AE092F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 wrap="square"/>
          <a:lstStyle/>
          <a:p>
            <a:pPr>
              <a:spcAft>
                <a:spcPts val="1200"/>
              </a:spcAft>
            </a:pPr>
            <a:r>
              <a:rPr sz="1800" b="1" i="0">
                <a:solidFill>
                  <a:srgbClr val="003366"/>
                </a:solidFill>
                <a:latin typeface="Muli ExtraBold"/>
                <a:ea typeface="Muli ExtraBold"/>
                <a:cs typeface="Muli ExtraBold"/>
              </a:rPr>
              <a:t>Beat Lee Sedol 4–1.</a:t>
            </a:r>
            <a:endParaRPr lang="en-US"/>
          </a:p>
          <a:p>
            <a:pPr>
              <a:spcBef>
                <a:spcPts val="800"/>
              </a:spcBef>
            </a:pPr>
            <a:r>
              <a:rPr sz="1400" b="1" i="0">
                <a:solidFill>
                  <a:srgbClr val="003366"/>
                </a:solidFill>
                <a:latin typeface="Muli ExtraBold"/>
                <a:ea typeface="Muli ExtraBold"/>
                <a:cs typeface="Muli ExtraBold"/>
              </a:rPr>
              <a:t>See  </a:t>
            </a:r>
            <a:r>
              <a:rPr sz="14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the whole board, nothing hidden</a:t>
            </a:r>
          </a:p>
          <a:p>
            <a:pPr>
              <a:spcBef>
                <a:spcPts val="800"/>
              </a:spcBef>
            </a:pPr>
            <a:r>
              <a:rPr sz="1400" b="1" i="0">
                <a:solidFill>
                  <a:srgbClr val="003366"/>
                </a:solidFill>
                <a:latin typeface="Muli ExtraBold"/>
                <a:ea typeface="Muli ExtraBold"/>
                <a:cs typeface="Muli ExtraBold"/>
              </a:rPr>
              <a:t>Act  </a:t>
            </a:r>
            <a:r>
              <a:rPr sz="14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where to place the next stone</a:t>
            </a:r>
          </a:p>
          <a:p>
            <a:pPr>
              <a:spcBef>
                <a:spcPts val="800"/>
              </a:spcBef>
            </a:pPr>
            <a:r>
              <a:rPr sz="1400" b="1" i="0">
                <a:solidFill>
                  <a:srgbClr val="003366"/>
                </a:solidFill>
                <a:latin typeface="Muli ExtraBold"/>
                <a:ea typeface="Muli ExtraBold"/>
                <a:cs typeface="Muli ExtraBold"/>
              </a:rPr>
              <a:t>Reward  </a:t>
            </a:r>
            <a:r>
              <a:rPr sz="14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+1 win, −1 loss, at the end</a:t>
            </a:r>
          </a:p>
          <a:p>
            <a:pPr>
              <a:spcBef>
                <a:spcPts val="1600"/>
              </a:spcBef>
            </a:pPr>
            <a:r>
              <a:rPr sz="1200" b="0" i="1">
                <a:solidFill>
                  <a:srgbClr val="6B6B6B"/>
                </a:solidFill>
                <a:latin typeface="Muli"/>
                <a:ea typeface="Muli"/>
                <a:cs typeface="Muli"/>
              </a:rPr>
              <a:t>Started from human games, then improved by playing against itself.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FB3CC46-4FE6-ED43-A7FE-9C79AAC48AE3}"/>
              </a:ext>
            </a:extLst>
          </p:cNvPr>
          <p:cNvSpPr txBox="1"/>
          <p:nvPr/>
        </p:nvSpPr>
        <p:spPr>
          <a:xfrm>
            <a:off x="457200" y="204788"/>
            <a:ext cx="389572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solidFill>
                  <a:srgbClr val="004479"/>
                </a:solidFill>
                <a:latin typeface="Muli ExtraBold" panose="00000900000000000000" pitchFamily="2" charset="0"/>
              </a:rPr>
              <a:t>AlphaGo, 2016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A307C4-5F4A-7347-B376-47CEF79D7F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C0C6D2-0806-7544-84E2-13A8C37B7D3D}" type="slidenum">
              <a:rPr lang="en-US" smtClean="0"/>
              <a:t>4</a:t>
            </a:fld>
            <a:endParaRPr lang="en-US"/>
          </a:p>
        </p:txBody>
      </p:sp>
      <p:sp>
        <p:nvSpPr>
          <p:cNvPr id="7" name="Rounded Rectangle 6"/>
          <p:cNvSpPr/>
          <p:nvPr/>
        </p:nvSpPr>
        <p:spPr>
          <a:xfrm>
            <a:off x="457200" y="3611880"/>
            <a:ext cx="3008313" cy="384048"/>
          </a:xfrm>
          <a:prstGeom prst="round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Muli ExtraBold"/>
                <a:ea typeface="Muli ExtraBold"/>
                <a:cs typeface="Muli ExtraBold"/>
              </a:rPr>
              <a:t>Fully observed: the board is the state</a:t>
            </a:r>
          </a:p>
        </p:txBody>
      </p:sp>
      <p:pic>
        <p:nvPicPr>
          <p:cNvPr id="8" name="Picture 7" descr="alphago_lee_sedol_game1.png"/>
          <p:cNvPicPr>
            <a:picLocks noChangeAspect="1"/>
          </p:cNvPicPr>
          <p:nvPr/>
        </p:nvPicPr>
        <p:blipFill>
          <a:blip r:embed="rId2"/>
          <a:srcRect b="6000"/>
          <a:stretch>
            <a:fillRect/>
          </a:stretch>
        </p:blipFill>
        <p:spPr>
          <a:xfrm>
            <a:off x="4246470" y="204788"/>
            <a:ext cx="4177749" cy="411321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741613" y="4354576"/>
            <a:ext cx="5187463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B6B6B"/>
                </a:solidFill>
                <a:latin typeface="Muli"/>
                <a:ea typeface="Muli"/>
                <a:cs typeface="Muli"/>
              </a:rPr>
              <a:t>Lee Sedol (black) vs AlphaGo (white), Game 1. Diagram: Wesalius, CC BY-SA 4.0, Wikimedia Commons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A307C4-5F4A-7347-B376-47CEF79D7F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C0C6D2-0806-7544-84E2-13A8C37B7D3D}" type="slidenum">
              <a:rPr lang="en-US" smtClean="0"/>
              <a:t>5</a:t>
            </a:fld>
            <a:endParaRPr lang="en-US"/>
          </a:p>
        </p:txBody>
      </p:sp>
      <p:pic>
        <p:nvPicPr>
          <p:cNvPr id="7" name="Picture 6" descr="lec4_terminolog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7872" y="54864"/>
            <a:ext cx="7128256" cy="400964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194560" y="4261104"/>
            <a:ext cx="6656832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 i="0">
                <a:solidFill>
                  <a:srgbClr val="6B6B6B"/>
                </a:solidFill>
                <a:latin typeface="Muli"/>
                <a:ea typeface="Muli"/>
                <a:cs typeface="Muli"/>
              </a:rPr>
              <a:t>Sergey Levine, CS 285: Deep Reinforcement Learning, UC Berkeley, Lecture 4.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A307C4-5F4A-7347-B376-47CEF79D7F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C0C6D2-0806-7544-84E2-13A8C37B7D3D}" type="slidenum">
              <a:rPr lang="en-US" smtClean="0"/>
              <a:t>6</a:t>
            </a:fld>
            <a:endParaRPr lang="en-US"/>
          </a:p>
        </p:txBody>
      </p:sp>
      <p:pic>
        <p:nvPicPr>
          <p:cNvPr id="7" name="Picture 6" descr="lec4_rew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7872" y="54864"/>
            <a:ext cx="7128256" cy="400964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194560" y="4261104"/>
            <a:ext cx="6656832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 i="0">
                <a:solidFill>
                  <a:srgbClr val="6B6B6B"/>
                </a:solidFill>
                <a:latin typeface="Muli"/>
                <a:ea typeface="Muli"/>
                <a:cs typeface="Muli"/>
              </a:rPr>
              <a:t>Sergey Levine, CS 285: Deep Reinforcement Learning, UC Berkeley, Lecture 4.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A307C4-5F4A-7347-B376-47CEF79D7F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C0C6D2-0806-7544-84E2-13A8C37B7D3D}" type="slidenum">
              <a:rPr lang="en-US" smtClean="0"/>
              <a:t>7</a:t>
            </a:fld>
            <a:endParaRPr lang="en-US"/>
          </a:p>
        </p:txBody>
      </p:sp>
      <p:pic>
        <p:nvPicPr>
          <p:cNvPr id="7" name="Picture 6" descr="markov_decision_proc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1769" y="109728"/>
            <a:ext cx="3977639" cy="318012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01769" y="3326426"/>
            <a:ext cx="3977639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B6B6B"/>
                </a:solidFill>
                <a:latin typeface="Muli"/>
                <a:ea typeface="Muli"/>
                <a:cs typeface="Muli"/>
              </a:rPr>
              <a:t>Markov decision process. Diagram: waldoalvarez, CC BY-SA 4.0, Wikimedia Commons</a:t>
            </a:r>
          </a:p>
        </p:txBody>
      </p:sp>
      <p:pic>
        <p:nvPicPr>
          <p:cNvPr id="9" name="Picture 8" descr="lec4_mdp_def_tex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" y="415568"/>
            <a:ext cx="4800601" cy="346197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194560" y="4261104"/>
            <a:ext cx="6656832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 i="0">
                <a:solidFill>
                  <a:srgbClr val="6B6B6B"/>
                </a:solidFill>
                <a:latin typeface="Muli"/>
                <a:ea typeface="Muli"/>
                <a:cs typeface="Muli"/>
              </a:rPr>
              <a:t>Sergey Levine, CS 285: Deep Reinforcement Learning, UC Berkeley, Lecture 4.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extBox 3">
            <a:extLst>
              <a:ext uri="{FF2B5EF4-FFF2-40B4-BE49-F238E27FC236}">
                <a16:creationId xmlns:a16="http://schemas.microsoft.com/office/drawing/2014/main" id="{B22A12B2-4D0D-9643-88C6-CD7D6B3A7850}"/>
              </a:ext>
            </a:extLst>
          </p:cNvPr>
          <p:cNvSpPr txBox="1"/>
          <p:nvPr/>
        </p:nvSpPr>
        <p:spPr>
          <a:xfrm>
            <a:off x="832419" y="483518"/>
            <a:ext cx="389572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solidFill>
                  <a:srgbClr val="004479"/>
                </a:solidFill>
                <a:latin typeface="Muli ExtraBold" panose="00000900000000000000" pitchFamily="2" charset="0"/>
              </a:rPr>
              <a:t>Algorithm families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C64EB20-D95A-5B48-80C5-4E3BA91618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C0C6D2-0806-7544-84E2-13A8C37B7D3D}" type="slidenum">
              <a:rPr lang="en-US" smtClean="0"/>
              <a:t>8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4800600" y="621792"/>
            <a:ext cx="3977639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 i="0">
                <a:solidFill>
                  <a:srgbClr val="6B6B6B"/>
                </a:solidFill>
                <a:latin typeface="Muli"/>
                <a:ea typeface="Muli"/>
                <a:cs typeface="Muli"/>
              </a:rPr>
              <a:t>Bold names are used in this course.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170432"/>
          <a:ext cx="8412479" cy="2907790"/>
        </p:xfrm>
        <a:graphic>
          <a:graphicData uri="http://schemas.openxmlformats.org/drawingml/2006/table">
            <a:tbl>
              <a:tblPr firstRow="1" bandRow="1"/>
              <a:tblGrid>
                <a:gridCol w="1554480"/>
                <a:gridCol w="3977639"/>
                <a:gridCol w="2880360"/>
              </a:tblGrid>
              <a:tr h="290779">
                <a:tc>
                  <a:txBody>
                    <a:bodyPr wrap="non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Muli"/>
                          <a:ea typeface="Muli"/>
                          <a:cs typeface="Muli"/>
                        </a:rPr>
                        <a:t>Axis</a:t>
                      </a:r>
                    </a:p>
                  </a:txBody>
                  <a:tcPr anchor="ctr" marL="73152" marR="54864" marT="18288" marB="18288">
                    <a:solidFill>
                      <a:srgbClr val="003366"/>
                    </a:solidFill>
                    <a:lnL w="6350" cap="flat" cmpd="sng" algn="ctr">
                      <a:solidFill>
                        <a:srgbClr val="003366"/>
                      </a:solidFill>
                      <a:prstDash val="solid"/>
                    </a:lnL>
                    <a:lnR w="6350" cap="flat" cmpd="sng" algn="ctr">
                      <a:solidFill>
                        <a:srgbClr val="003366"/>
                      </a:solidFill>
                      <a:prstDash val="solid"/>
                    </a:lnR>
                    <a:lnT w="6350" cap="flat" cmpd="sng" algn="ctr">
                      <a:solidFill>
                        <a:srgbClr val="003366"/>
                      </a:solidFill>
                      <a:prstDash val="solid"/>
                    </a:lnT>
                    <a:lnB w="6350" cap="flat" cmpd="sng" algn="ctr">
                      <a:solidFill>
                        <a:srgbClr val="003366"/>
                      </a:solidFill>
                      <a:prstDash val="solid"/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Muli"/>
                          <a:ea typeface="Muli"/>
                          <a:cs typeface="Muli"/>
                        </a:rPr>
                        <a:t>Type</a:t>
                      </a:r>
                    </a:p>
                  </a:txBody>
                  <a:tcPr anchor="ctr" marL="73152" marR="54864" marT="18288" marB="18288">
                    <a:solidFill>
                      <a:srgbClr val="003366"/>
                    </a:solidFill>
                    <a:lnL w="6350" cap="flat" cmpd="sng" algn="ctr">
                      <a:solidFill>
                        <a:srgbClr val="003366"/>
                      </a:solidFill>
                      <a:prstDash val="solid"/>
                    </a:lnL>
                    <a:lnR w="6350" cap="flat" cmpd="sng" algn="ctr">
                      <a:solidFill>
                        <a:srgbClr val="003366"/>
                      </a:solidFill>
                      <a:prstDash val="solid"/>
                    </a:lnR>
                    <a:lnT w="6350" cap="flat" cmpd="sng" algn="ctr">
                      <a:solidFill>
                        <a:srgbClr val="003366"/>
                      </a:solidFill>
                      <a:prstDash val="solid"/>
                    </a:lnT>
                    <a:lnB w="6350" cap="flat" cmpd="sng" algn="ctr">
                      <a:solidFill>
                        <a:srgbClr val="003366"/>
                      </a:solidFill>
                      <a:prstDash val="solid"/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Muli"/>
                          <a:ea typeface="Muli"/>
                          <a:cs typeface="Muli"/>
                        </a:rPr>
                        <a:t>Representative algorithms</a:t>
                      </a:r>
                    </a:p>
                  </a:txBody>
                  <a:tcPr anchor="ctr" marL="73152" marR="54864" marT="18288" marB="18288">
                    <a:solidFill>
                      <a:srgbClr val="003366"/>
                    </a:solidFill>
                    <a:lnL w="6350" cap="flat" cmpd="sng" algn="ctr">
                      <a:solidFill>
                        <a:srgbClr val="003366"/>
                      </a:solidFill>
                      <a:prstDash val="solid"/>
                    </a:lnL>
                    <a:lnR w="6350" cap="flat" cmpd="sng" algn="ctr">
                      <a:solidFill>
                        <a:srgbClr val="003366"/>
                      </a:solidFill>
                      <a:prstDash val="solid"/>
                    </a:lnR>
                    <a:lnT w="6350" cap="flat" cmpd="sng" algn="ctr">
                      <a:solidFill>
                        <a:srgbClr val="003366"/>
                      </a:solidFill>
                      <a:prstDash val="solid"/>
                    </a:lnT>
                    <a:lnB w="6350" cap="flat" cmpd="sng" algn="ctr">
                      <a:solidFill>
                        <a:srgbClr val="003366"/>
                      </a:solidFill>
                      <a:prstDash val="solid"/>
                    </a:lnB>
                  </a:tcPr>
                </a:tc>
              </a:tr>
              <a:tr h="290779">
                <a:tc rowSpan="2">
                  <a:txBody>
                    <a:bodyPr wrap="none"/>
                    <a:lstStyle/>
                    <a:p>
                      <a:pPr algn="ctr"/>
                      <a:r>
                        <a:rPr sz="1200" b="1" i="0">
                          <a:solidFill>
                            <a:srgbClr val="003366"/>
                          </a:solidFill>
                          <a:latin typeface="Muli"/>
                          <a:ea typeface="Muli"/>
                          <a:cs typeface="Muli"/>
                        </a:rPr>
                        <a:t>Model</a:t>
                      </a:r>
                    </a:p>
                  </a:txBody>
                  <a:tcPr anchor="ctr" marL="73152" marR="54864" marT="18288" marB="18288">
                    <a:solidFill>
                      <a:srgbClr val="F4F7FA"/>
                    </a:solidFill>
                    <a:lnL w="6350" cap="flat" cmpd="sng" algn="ctr">
                      <a:solidFill>
                        <a:srgbClr val="D5DCE3"/>
                      </a:solidFill>
                      <a:prstDash val="soli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1200" b="0" i="0">
                          <a:solidFill>
                            <a:srgbClr val="262626"/>
                          </a:solidFill>
                          <a:latin typeface="Muli"/>
                          <a:ea typeface="Muli"/>
                          <a:cs typeface="Muli"/>
                        </a:rPr>
                        <a:t>Model-based. Plan with a known or learned model.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6350" cap="flat" cmpd="sng" algn="ctr">
                      <a:solidFill>
                        <a:srgbClr val="D5DCE3"/>
                      </a:solidFill>
                      <a:prstDash val="soli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1200" b="0" i="0">
                          <a:solidFill>
                            <a:srgbClr val="262626"/>
                          </a:solidFill>
                          <a:latin typeface="Muli"/>
                          <a:ea typeface="Muli"/>
                          <a:cs typeface="Muli"/>
                        </a:rPr>
                        <a:t>MPC, PETS, MuZero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6350" cap="flat" cmpd="sng" algn="ctr">
                      <a:solidFill>
                        <a:srgbClr val="D5DCE3"/>
                      </a:solidFill>
                      <a:prstDash val="soli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</a:lnB>
                  </a:tcPr>
                </a:tc>
              </a:tr>
              <a:tr h="290779">
                <a:tc vMerge="1">
                  <a:txBody>
                    <a:bodyPr/>
                    <a:lstStyle/>
                    <a:p/>
                  </a:txBody>
                  <a:tcPr>
                    <a:solidFill>
                      <a:srgbClr val="F4F7FA"/>
                    </a:solidFill>
                    <a:lnL w="6350" cap="flat" cmpd="sng" algn="ctr">
                      <a:solidFill>
                        <a:srgbClr val="D5DCE3"/>
                      </a:solidFill>
                      <a:prstDash val="soli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1200" b="0" i="0">
                          <a:solidFill>
                            <a:srgbClr val="262626"/>
                          </a:solidFill>
                          <a:latin typeface="Muli"/>
                          <a:ea typeface="Muli"/>
                          <a:cs typeface="Muli"/>
                        </a:rPr>
                        <a:t>Model-free. Learn from samples only.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6350" cap="flat" cmpd="sng" algn="ctr">
                      <a:solidFill>
                        <a:srgbClr val="D5DCE3"/>
                      </a:solidFill>
                      <a:prstDash val="soli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1200" b="0" i="0">
                          <a:solidFill>
                            <a:srgbClr val="262626"/>
                          </a:solidFill>
                          <a:latin typeface="Muli"/>
                          <a:ea typeface="Muli"/>
                          <a:cs typeface="Muli"/>
                        </a:rPr>
                        <a:t>DQN, </a:t>
                      </a:r>
                      <a:r>
                        <a:rPr sz="1200" b="1" i="0">
                          <a:solidFill>
                            <a:srgbClr val="003366"/>
                          </a:solidFill>
                          <a:latin typeface="Muli"/>
                          <a:ea typeface="Muli"/>
                          <a:cs typeface="Muli"/>
                        </a:rPr>
                        <a:t>PPO</a:t>
                      </a:r>
                      <a:r>
                        <a:rPr sz="1200" b="0" i="0">
                          <a:solidFill>
                            <a:srgbClr val="262626"/>
                          </a:solidFill>
                          <a:latin typeface="Muli"/>
                          <a:ea typeface="Muli"/>
                          <a:cs typeface="Muli"/>
                        </a:rPr>
                        <a:t>, </a:t>
                      </a:r>
                      <a:r>
                        <a:rPr sz="1200" b="1" i="0">
                          <a:solidFill>
                            <a:srgbClr val="003366"/>
                          </a:solidFill>
                          <a:latin typeface="Muli"/>
                          <a:ea typeface="Muli"/>
                          <a:cs typeface="Muli"/>
                        </a:rPr>
                        <a:t>SAC</a:t>
                      </a:r>
                      <a:r>
                        <a:rPr sz="1200" b="0" i="0">
                          <a:solidFill>
                            <a:srgbClr val="262626"/>
                          </a:solidFill>
                          <a:latin typeface="Muli"/>
                          <a:ea typeface="Muli"/>
                          <a:cs typeface="Muli"/>
                        </a:rPr>
                        <a:t>, </a:t>
                      </a:r>
                      <a:r>
                        <a:rPr sz="1200" b="1" i="0">
                          <a:solidFill>
                            <a:srgbClr val="003366"/>
                          </a:solidFill>
                          <a:latin typeface="Muli"/>
                          <a:ea typeface="Muli"/>
                          <a:cs typeface="Muli"/>
                        </a:rPr>
                        <a:t>TD3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6350" cap="flat" cmpd="sng" algn="ctr">
                      <a:solidFill>
                        <a:srgbClr val="D5DCE3"/>
                      </a:solidFill>
                      <a:prstDash val="soli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</a:lnB>
                  </a:tcPr>
                </a:tc>
              </a:tr>
              <a:tr h="290779">
                <a:tc rowSpan="3">
                  <a:txBody>
                    <a:bodyPr wrap="none"/>
                    <a:lstStyle/>
                    <a:p>
                      <a:pPr algn="ctr"/>
                      <a:r>
                        <a:rPr sz="1200" b="1" i="0">
                          <a:solidFill>
                            <a:srgbClr val="003366"/>
                          </a:solidFill>
                          <a:latin typeface="Muli"/>
                          <a:ea typeface="Muli"/>
                          <a:cs typeface="Muli"/>
                        </a:rPr>
                        <a:t>What is learned</a:t>
                      </a:r>
                    </a:p>
                  </a:txBody>
                  <a:tcPr anchor="ctr" marL="73152" marR="54864" marT="18288" marB="18288">
                    <a:solidFill>
                      <a:srgbClr val="F4F7FA"/>
                    </a:solidFill>
                    <a:lnL w="6350" cap="flat" cmpd="sng" algn="ctr">
                      <a:solidFill>
                        <a:srgbClr val="D5DCE3"/>
                      </a:solidFill>
                      <a:prstDash val="soli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1200" b="0" i="0">
                          <a:solidFill>
                            <a:srgbClr val="262626"/>
                          </a:solidFill>
                          <a:latin typeface="Muli"/>
                          <a:ea typeface="Muli"/>
                          <a:cs typeface="Muli"/>
                        </a:rPr>
                        <a:t>Value-based. Learn Q or V only.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6350" cap="flat" cmpd="sng" algn="ctr">
                      <a:solidFill>
                        <a:srgbClr val="D5DCE3"/>
                      </a:solidFill>
                      <a:prstDash val="soli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1200" b="0" i="0">
                          <a:solidFill>
                            <a:srgbClr val="262626"/>
                          </a:solidFill>
                          <a:latin typeface="Muli"/>
                          <a:ea typeface="Muli"/>
                          <a:cs typeface="Muli"/>
                        </a:rPr>
                        <a:t>Q-learning, DQN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6350" cap="flat" cmpd="sng" algn="ctr">
                      <a:solidFill>
                        <a:srgbClr val="D5DCE3"/>
                      </a:solidFill>
                      <a:prstDash val="soli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</a:lnB>
                  </a:tcPr>
                </a:tc>
              </a:tr>
              <a:tr h="290779">
                <a:tc vMerge="1">
                  <a:txBody>
                    <a:bodyPr/>
                    <a:lstStyle/>
                    <a:p/>
                  </a:txBody>
                  <a:tcPr>
                    <a:solidFill>
                      <a:srgbClr val="F4F7FA"/>
                    </a:solidFill>
                    <a:lnL w="6350" cap="flat" cmpd="sng" algn="ctr">
                      <a:solidFill>
                        <a:srgbClr val="D5DCE3"/>
                      </a:solidFill>
                      <a:prstDash val="soli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1200" b="0" i="0">
                          <a:solidFill>
                            <a:srgbClr val="262626"/>
                          </a:solidFill>
                          <a:latin typeface="Muli"/>
                          <a:ea typeface="Muli"/>
                          <a:cs typeface="Muli"/>
                        </a:rPr>
                        <a:t>Policy-based. Learn the policy only.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6350" cap="flat" cmpd="sng" algn="ctr">
                      <a:solidFill>
                        <a:srgbClr val="D5DCE3"/>
                      </a:solidFill>
                      <a:prstDash val="soli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1200" b="0" i="0">
                          <a:solidFill>
                            <a:srgbClr val="262626"/>
                          </a:solidFill>
                          <a:latin typeface="Muli"/>
                          <a:ea typeface="Muli"/>
                          <a:cs typeface="Muli"/>
                        </a:rPr>
                        <a:t>REINFORCE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6350" cap="flat" cmpd="sng" algn="ctr">
                      <a:solidFill>
                        <a:srgbClr val="D5DCE3"/>
                      </a:solidFill>
                      <a:prstDash val="soli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</a:lnB>
                  </a:tcPr>
                </a:tc>
              </a:tr>
              <a:tr h="290779">
                <a:tc vMerge="1">
                  <a:txBody>
                    <a:bodyPr/>
                    <a:lstStyle/>
                    <a:p/>
                  </a:txBody>
                  <a:tcPr>
                    <a:solidFill>
                      <a:srgbClr val="F4F7FA"/>
                    </a:solidFill>
                    <a:lnL w="6350" cap="flat" cmpd="sng" algn="ctr">
                      <a:solidFill>
                        <a:srgbClr val="D5DCE3"/>
                      </a:solidFill>
                      <a:prstDash val="soli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1200" b="0" i="0">
                          <a:solidFill>
                            <a:srgbClr val="262626"/>
                          </a:solidFill>
                          <a:latin typeface="Muli"/>
                          <a:ea typeface="Muli"/>
                          <a:cs typeface="Muli"/>
                        </a:rPr>
                        <a:t>Actor-critic. Learn a policy and a value together.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6350" cap="flat" cmpd="sng" algn="ctr">
                      <a:solidFill>
                        <a:srgbClr val="D5DCE3"/>
                      </a:solidFill>
                      <a:prstDash val="soli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1200" b="0" i="0">
                          <a:solidFill>
                            <a:srgbClr val="262626"/>
                          </a:solidFill>
                          <a:latin typeface="Muli"/>
                          <a:ea typeface="Muli"/>
                          <a:cs typeface="Muli"/>
                        </a:rPr>
                        <a:t>A2C, </a:t>
                      </a:r>
                      <a:r>
                        <a:rPr sz="1200" b="1" i="0">
                          <a:solidFill>
                            <a:srgbClr val="003366"/>
                          </a:solidFill>
                          <a:latin typeface="Muli"/>
                          <a:ea typeface="Muli"/>
                          <a:cs typeface="Muli"/>
                        </a:rPr>
                        <a:t>PPO</a:t>
                      </a:r>
                      <a:r>
                        <a:rPr sz="1200" b="0" i="0">
                          <a:solidFill>
                            <a:srgbClr val="262626"/>
                          </a:solidFill>
                          <a:latin typeface="Muli"/>
                          <a:ea typeface="Muli"/>
                          <a:cs typeface="Muli"/>
                        </a:rPr>
                        <a:t>, DDPG, </a:t>
                      </a:r>
                      <a:r>
                        <a:rPr sz="1200" b="1" i="0">
                          <a:solidFill>
                            <a:srgbClr val="003366"/>
                          </a:solidFill>
                          <a:latin typeface="Muli"/>
                          <a:ea typeface="Muli"/>
                          <a:cs typeface="Muli"/>
                        </a:rPr>
                        <a:t>TD3</a:t>
                      </a:r>
                      <a:r>
                        <a:rPr sz="1200" b="0" i="0">
                          <a:solidFill>
                            <a:srgbClr val="262626"/>
                          </a:solidFill>
                          <a:latin typeface="Muli"/>
                          <a:ea typeface="Muli"/>
                          <a:cs typeface="Muli"/>
                        </a:rPr>
                        <a:t>, </a:t>
                      </a:r>
                      <a:r>
                        <a:rPr sz="1200" b="1" i="0">
                          <a:solidFill>
                            <a:srgbClr val="003366"/>
                          </a:solidFill>
                          <a:latin typeface="Muli"/>
                          <a:ea typeface="Muli"/>
                          <a:cs typeface="Muli"/>
                        </a:rPr>
                        <a:t>SAC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6350" cap="flat" cmpd="sng" algn="ctr">
                      <a:solidFill>
                        <a:srgbClr val="D5DCE3"/>
                      </a:solidFill>
                      <a:prstDash val="soli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</a:lnB>
                  </a:tcPr>
                </a:tc>
              </a:tr>
              <a:tr h="290779">
                <a:tc rowSpan="2">
                  <a:txBody>
                    <a:bodyPr wrap="none"/>
                    <a:lstStyle/>
                    <a:p>
                      <a:pPr algn="ctr"/>
                      <a:r>
                        <a:rPr sz="1200" b="1" i="0">
                          <a:solidFill>
                            <a:srgbClr val="003366"/>
                          </a:solidFill>
                          <a:latin typeface="Muli"/>
                          <a:ea typeface="Muli"/>
                          <a:cs typeface="Muli"/>
                        </a:rPr>
                        <a:t>Data reuse</a:t>
                      </a:r>
                    </a:p>
                  </a:txBody>
                  <a:tcPr anchor="ctr" marL="73152" marR="54864" marT="18288" marB="18288">
                    <a:solidFill>
                      <a:srgbClr val="F4F7FA"/>
                    </a:solidFill>
                    <a:lnL w="6350" cap="flat" cmpd="sng" algn="ctr">
                      <a:solidFill>
                        <a:srgbClr val="D5DCE3"/>
                      </a:solidFill>
                      <a:prstDash val="soli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1200" b="0" i="0">
                          <a:solidFill>
                            <a:srgbClr val="262626"/>
                          </a:solidFill>
                          <a:latin typeface="Muli"/>
                          <a:ea typeface="Muli"/>
                          <a:cs typeface="Muli"/>
                        </a:rPr>
                        <a:t>On-policy. Use only the current policy's data.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6350" cap="flat" cmpd="sng" algn="ctr">
                      <a:solidFill>
                        <a:srgbClr val="D5DCE3"/>
                      </a:solidFill>
                      <a:prstDash val="soli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1200" b="0" i="0">
                          <a:solidFill>
                            <a:srgbClr val="262626"/>
                          </a:solidFill>
                          <a:latin typeface="Muli"/>
                          <a:ea typeface="Muli"/>
                          <a:cs typeface="Muli"/>
                        </a:rPr>
                        <a:t>REINFORCE, A2C, TRPO, </a:t>
                      </a:r>
                      <a:r>
                        <a:rPr sz="1200" b="1" i="0">
                          <a:solidFill>
                            <a:srgbClr val="003366"/>
                          </a:solidFill>
                          <a:latin typeface="Muli"/>
                          <a:ea typeface="Muli"/>
                          <a:cs typeface="Muli"/>
                        </a:rPr>
                        <a:t>PPO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6350" cap="flat" cmpd="sng" algn="ctr">
                      <a:solidFill>
                        <a:srgbClr val="D5DCE3"/>
                      </a:solidFill>
                      <a:prstDash val="soli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</a:lnB>
                  </a:tcPr>
                </a:tc>
              </a:tr>
              <a:tr h="290779">
                <a:tc vMerge="1">
                  <a:txBody>
                    <a:bodyPr/>
                    <a:lstStyle/>
                    <a:p/>
                  </a:txBody>
                  <a:tcPr>
                    <a:solidFill>
                      <a:srgbClr val="F4F7FA"/>
                    </a:solidFill>
                    <a:lnL w="6350" cap="flat" cmpd="sng" algn="ctr">
                      <a:solidFill>
                        <a:srgbClr val="D5DCE3"/>
                      </a:solidFill>
                      <a:prstDash val="soli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1200" b="0" i="0">
                          <a:solidFill>
                            <a:srgbClr val="262626"/>
                          </a:solidFill>
                          <a:latin typeface="Muli"/>
                          <a:ea typeface="Muli"/>
                          <a:cs typeface="Muli"/>
                        </a:rPr>
                        <a:t>Off-policy. Reuse past data from a replay buffer.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6350" cap="flat" cmpd="sng" algn="ctr">
                      <a:solidFill>
                        <a:srgbClr val="D5DCE3"/>
                      </a:solidFill>
                      <a:prstDash val="soli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1200" b="0" i="0">
                          <a:solidFill>
                            <a:srgbClr val="262626"/>
                          </a:solidFill>
                          <a:latin typeface="Muli"/>
                          <a:ea typeface="Muli"/>
                          <a:cs typeface="Muli"/>
                        </a:rPr>
                        <a:t>DQN, DDPG, </a:t>
                      </a:r>
                      <a:r>
                        <a:rPr sz="1200" b="1" i="0">
                          <a:solidFill>
                            <a:srgbClr val="003366"/>
                          </a:solidFill>
                          <a:latin typeface="Muli"/>
                          <a:ea typeface="Muli"/>
                          <a:cs typeface="Muli"/>
                        </a:rPr>
                        <a:t>TD3</a:t>
                      </a:r>
                      <a:r>
                        <a:rPr sz="1200" b="0" i="0">
                          <a:solidFill>
                            <a:srgbClr val="262626"/>
                          </a:solidFill>
                          <a:latin typeface="Muli"/>
                          <a:ea typeface="Muli"/>
                          <a:cs typeface="Muli"/>
                        </a:rPr>
                        <a:t>, </a:t>
                      </a:r>
                      <a:r>
                        <a:rPr sz="1200" b="1" i="0">
                          <a:solidFill>
                            <a:srgbClr val="003366"/>
                          </a:solidFill>
                          <a:latin typeface="Muli"/>
                          <a:ea typeface="Muli"/>
                          <a:cs typeface="Muli"/>
                        </a:rPr>
                        <a:t>SAC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6350" cap="flat" cmpd="sng" algn="ctr">
                      <a:solidFill>
                        <a:srgbClr val="D5DCE3"/>
                      </a:solidFill>
                      <a:prstDash val="soli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</a:lnB>
                  </a:tcPr>
                </a:tc>
              </a:tr>
              <a:tr h="290779">
                <a:tc rowSpan="2">
                  <a:txBody>
                    <a:bodyPr wrap="none"/>
                    <a:lstStyle/>
                    <a:p>
                      <a:pPr algn="ctr"/>
                      <a:r>
                        <a:rPr sz="1200" b="1" i="0">
                          <a:solidFill>
                            <a:srgbClr val="003366"/>
                          </a:solidFill>
                          <a:latin typeface="Muli"/>
                          <a:ea typeface="Muli"/>
                          <a:cs typeface="Muli"/>
                        </a:rPr>
                        <a:t>Policy</a:t>
                      </a:r>
                    </a:p>
                  </a:txBody>
                  <a:tcPr anchor="ctr" marL="73152" marR="54864" marT="18288" marB="18288">
                    <a:solidFill>
                      <a:srgbClr val="F4F7FA"/>
                    </a:solidFill>
                    <a:lnL w="6350" cap="flat" cmpd="sng" algn="ctr">
                      <a:solidFill>
                        <a:srgbClr val="D5DCE3"/>
                      </a:solidFill>
                      <a:prstDash val="soli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1200" b="0" i="0">
                          <a:solidFill>
                            <a:srgbClr val="262626"/>
                          </a:solidFill>
                          <a:latin typeface="Muli"/>
                          <a:ea typeface="Muli"/>
                          <a:cs typeface="Muli"/>
                        </a:rPr>
                        <a:t>Stochastic. One state can yield different actions.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6350" cap="flat" cmpd="sng" algn="ctr">
                      <a:solidFill>
                        <a:srgbClr val="D5DCE3"/>
                      </a:solidFill>
                      <a:prstDash val="soli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1200" b="0" i="0">
                          <a:solidFill>
                            <a:srgbClr val="262626"/>
                          </a:solidFill>
                          <a:latin typeface="Muli"/>
                          <a:ea typeface="Muli"/>
                          <a:cs typeface="Muli"/>
                        </a:rPr>
                        <a:t>A2C, </a:t>
                      </a:r>
                      <a:r>
                        <a:rPr sz="1200" b="1" i="0">
                          <a:solidFill>
                            <a:srgbClr val="003366"/>
                          </a:solidFill>
                          <a:latin typeface="Muli"/>
                          <a:ea typeface="Muli"/>
                          <a:cs typeface="Muli"/>
                        </a:rPr>
                        <a:t>PPO</a:t>
                      </a:r>
                      <a:r>
                        <a:rPr sz="1200" b="0" i="0">
                          <a:solidFill>
                            <a:srgbClr val="262626"/>
                          </a:solidFill>
                          <a:latin typeface="Muli"/>
                          <a:ea typeface="Muli"/>
                          <a:cs typeface="Muli"/>
                        </a:rPr>
                        <a:t>, </a:t>
                      </a:r>
                      <a:r>
                        <a:rPr sz="1200" b="1" i="0">
                          <a:solidFill>
                            <a:srgbClr val="003366"/>
                          </a:solidFill>
                          <a:latin typeface="Muli"/>
                          <a:ea typeface="Muli"/>
                          <a:cs typeface="Muli"/>
                        </a:rPr>
                        <a:t>SAC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6350" cap="flat" cmpd="sng" algn="ctr">
                      <a:solidFill>
                        <a:srgbClr val="D5DCE3"/>
                      </a:solidFill>
                      <a:prstDash val="soli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</a:lnB>
                  </a:tcPr>
                </a:tc>
              </a:tr>
              <a:tr h="290779">
                <a:tc vMerge="1">
                  <a:txBody>
                    <a:bodyPr/>
                    <a:lstStyle/>
                    <a:p/>
                  </a:txBody>
                  <a:tcPr>
                    <a:solidFill>
                      <a:srgbClr val="F4F7FA"/>
                    </a:solidFill>
                    <a:lnL w="6350" cap="flat" cmpd="sng" algn="ctr">
                      <a:solidFill>
                        <a:srgbClr val="D5DCE3"/>
                      </a:solidFill>
                      <a:prstDash val="soli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1200" b="0" i="0">
                          <a:solidFill>
                            <a:srgbClr val="262626"/>
                          </a:solidFill>
                          <a:latin typeface="Muli"/>
                          <a:ea typeface="Muli"/>
                          <a:cs typeface="Muli"/>
                        </a:rPr>
                        <a:t>Deterministic. One state maps to one action.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6350" cap="flat" cmpd="sng" algn="ctr">
                      <a:solidFill>
                        <a:srgbClr val="D5DCE3"/>
                      </a:solidFill>
                      <a:prstDash val="soli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1200" b="0" i="0">
                          <a:solidFill>
                            <a:srgbClr val="262626"/>
                          </a:solidFill>
                          <a:latin typeface="Muli"/>
                          <a:ea typeface="Muli"/>
                          <a:cs typeface="Muli"/>
                        </a:rPr>
                        <a:t>DDPG, </a:t>
                      </a:r>
                      <a:r>
                        <a:rPr sz="1200" b="1" i="0">
                          <a:solidFill>
                            <a:srgbClr val="003366"/>
                          </a:solidFill>
                          <a:latin typeface="Muli"/>
                          <a:ea typeface="Muli"/>
                          <a:cs typeface="Muli"/>
                        </a:rPr>
                        <a:t>TD3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6350" cap="flat" cmpd="sng" algn="ctr">
                      <a:solidFill>
                        <a:srgbClr val="D5DCE3"/>
                      </a:solidFill>
                      <a:prstDash val="soli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>
            <a:extLst>
              <a:ext uri="{FF2B5EF4-FFF2-40B4-BE49-F238E27FC236}">
                <a16:creationId xmlns:a16="http://schemas.microsoft.com/office/drawing/2014/main" id="{2DDB52FD-79AB-A144-A796-BDD07D11E3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3528" y="483518"/>
            <a:ext cx="8424936" cy="857250"/>
          </a:xfrm>
        </p:spPr>
        <p:txBody>
          <a:bodyPr>
            <a:normAutofit/>
          </a:bodyPr>
          <a:lstStyle/>
          <a:p>
            <a:pPr algn="ctr"/>
            <a:r>
              <a:rPr lang="en-US" dirty="0">
                <a:latin typeface="Muli ExtraBold" panose="00000900000000000000" pitchFamily="2" charset="0"/>
              </a:rPr>
              <a:t>Four ideas</a:t>
            </a:r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064960F-C3A8-034D-B4A7-14A061793B19}"/>
              </a:ext>
            </a:extLst>
          </p:cNvPr>
          <p:cNvSpPr txBox="1"/>
          <p:nvPr/>
        </p:nvSpPr>
        <p:spPr>
          <a:xfrm>
            <a:off x="242555" y="1789758"/>
            <a:ext cx="205345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D19809"/>
                </a:solidFill>
                <a:latin typeface="Muli ExtraBold" panose="00000900000000000000" pitchFamily="2" charset="0"/>
              </a:rPr>
              <a:t>On-policy</a:t>
            </a:r>
          </a:p>
          <a:p>
            <a:endParaRPr lang="en-US" sz="1200" dirty="0">
              <a:latin typeface="Muli" panose="00000500000000000000" pitchFamily="2" charset="0"/>
            </a:endParaRPr>
          </a:p>
          <a:p>
            <a:r>
              <a:rPr lang="en-US" sz="1100" dirty="0">
                <a:latin typeface="Muli" panose="00000500000000000000" pitchFamily="2" charset="0"/>
              </a:rPr>
              <a:t>Current policy only. PPO.</a:t>
            </a:r>
            <a:r>
              <a:rPr lang="en-US" sz="1100" dirty="0" err="1">
                <a:latin typeface="Muli" panose="00000500000000000000" pitchFamily="2" charset="0"/>
              </a:rPr>
              <a:t/>
            </a:r>
            <a:r>
              <a:rPr lang="en-US" sz="1100" dirty="0">
                <a:latin typeface="Muli" panose="00000500000000000000" pitchFamily="2" charset="0"/>
              </a:rPr>
              <a:t/>
            </a:r>
            <a:r>
              <a:rPr lang="en-US" sz="1100" dirty="0" err="1">
                <a:latin typeface="Muli" panose="00000500000000000000" pitchFamily="2" charset="0"/>
              </a:rPr>
              <a:t/>
            </a:r>
            <a:r>
              <a:rPr lang="en-US" sz="1100" dirty="0">
                <a:latin typeface="Muli" panose="00000500000000000000" pitchFamily="2" charset="0"/>
              </a:rPr>
              <a:t/>
            </a:r>
            <a:r>
              <a:rPr lang="en-US" sz="1100" dirty="0" err="1">
                <a:latin typeface="Muli" panose="00000500000000000000" pitchFamily="2" charset="0"/>
              </a:rPr>
              <a:t/>
            </a:r>
            <a:r>
              <a:rPr lang="en-US" sz="1100" dirty="0">
                <a:latin typeface="Muli" panose="00000500000000000000" pitchFamily="2" charset="0"/>
              </a:rPr>
              <a:t/>
            </a:r>
            <a:r>
              <a:rPr lang="en-US" sz="1100" dirty="0" err="1">
                <a:latin typeface="Muli" panose="00000500000000000000" pitchFamily="2" charset="0"/>
              </a:rPr>
              <a:t/>
            </a:r>
            <a:r>
              <a:rPr lang="en-US" sz="1100" dirty="0">
                <a:latin typeface="Muli" panose="00000500000000000000" pitchFamily="2" charset="0"/>
              </a:rPr>
              <a:t/>
            </a:r>
            <a:r>
              <a:rPr lang="en-US" sz="1100" dirty="0" err="1">
                <a:latin typeface="Muli" panose="00000500000000000000" pitchFamily="2" charset="0"/>
              </a:rPr>
              <a:t/>
            </a:r>
            <a:r>
              <a:rPr lang="en-US" sz="1100" dirty="0">
                <a:latin typeface="Muli" panose="00000500000000000000" pitchFamily="2" charset="0"/>
              </a:rPr>
              <a:t/>
            </a:r>
            <a:r>
              <a:rPr lang="en-US" sz="1100" dirty="0" err="1">
                <a:latin typeface="Muli" panose="00000500000000000000" pitchFamily="2" charset="0"/>
              </a:rPr>
              <a:t/>
            </a:r>
            <a:r>
              <a:rPr lang="en-US" sz="1100" dirty="0">
                <a:latin typeface="Muli" panose="00000500000000000000" pitchFamily="2" charset="0"/>
              </a:rPr>
              <a:t/>
            </a:r>
            <a:r>
              <a:rPr lang="en-US" sz="1100" dirty="0" err="1">
                <a:latin typeface="Muli" panose="00000500000000000000" pitchFamily="2" charset="0"/>
              </a:rPr>
              <a:t/>
            </a:r>
            <a:r>
              <a:rPr lang="en-US" sz="1100" dirty="0">
                <a:latin typeface="Muli" panose="00000500000000000000" pitchFamily="2" charset="0"/>
              </a:rPr>
              <a:t/>
            </a:r>
            <a:r>
              <a:rPr lang="en-US" sz="1100" dirty="0" err="1">
                <a:latin typeface="Muli" panose="00000500000000000000" pitchFamily="2" charset="0"/>
              </a:rPr>
              <a:t/>
            </a:r>
            <a:endParaRPr lang="en-US" sz="1100" dirty="0">
              <a:latin typeface="Muli" panose="00000500000000000000" pitchFamily="2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C3E9BE7-189D-6647-925F-A5593F33E580}"/>
              </a:ext>
            </a:extLst>
          </p:cNvPr>
          <p:cNvSpPr/>
          <p:nvPr/>
        </p:nvSpPr>
        <p:spPr>
          <a:xfrm>
            <a:off x="6768175" y="1789758"/>
            <a:ext cx="2314654" cy="138499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rgbClr val="D19809"/>
                </a:solidFill>
                <a:latin typeface="Muli ExtraBold" panose="00000900000000000000" pitchFamily="2" charset="0"/>
              </a:rPr>
              <a:t>Exploit</a:t>
            </a:r>
          </a:p>
          <a:p>
            <a:endParaRPr lang="en-US" sz="1200" dirty="0">
              <a:latin typeface="Muli" panose="00000500000000000000" pitchFamily="2" charset="0"/>
            </a:endParaRPr>
          </a:p>
          <a:p>
            <a:r>
              <a:rPr lang="en-US" sz="1100" dirty="0">
                <a:latin typeface="Muli" panose="00000500000000000000" pitchFamily="2" charset="0"/>
              </a:rPr>
              <a:t>Use the best policy.</a:t>
            </a:r>
            <a:r>
              <a:rPr lang="en-US" sz="1100" dirty="0" err="1">
                <a:latin typeface="Muli" panose="00000500000000000000" pitchFamily="2" charset="0"/>
              </a:rPr>
              <a:t/>
            </a:r>
            <a:r>
              <a:rPr lang="en-US" sz="1100" dirty="0">
                <a:latin typeface="Muli" panose="00000500000000000000" pitchFamily="2" charset="0"/>
              </a:rPr>
              <a:t/>
            </a:r>
            <a:r>
              <a:rPr lang="en-US" sz="1100" dirty="0" err="1">
                <a:latin typeface="Muli" panose="00000500000000000000" pitchFamily="2" charset="0"/>
              </a:rPr>
              <a:t/>
            </a:r>
            <a:r>
              <a:rPr lang="en-US" sz="1100" dirty="0">
                <a:latin typeface="Muli" panose="00000500000000000000" pitchFamily="2" charset="0"/>
              </a:rPr>
              <a:t/>
            </a:r>
            <a:r>
              <a:rPr lang="en-US" sz="1100" dirty="0" err="1">
                <a:latin typeface="Muli" panose="00000500000000000000" pitchFamily="2" charset="0"/>
              </a:rPr>
              <a:t/>
            </a:r>
            <a:r>
              <a:rPr lang="en-US" sz="1100" dirty="0">
                <a:latin typeface="Muli" panose="00000500000000000000" pitchFamily="2" charset="0"/>
              </a:rPr>
              <a:t/>
            </a:r>
            <a:r>
              <a:rPr lang="en-US" sz="1100" dirty="0" err="1">
                <a:latin typeface="Muli" panose="00000500000000000000" pitchFamily="2" charset="0"/>
              </a:rPr>
              <a:t/>
            </a:r>
            <a:r>
              <a:rPr lang="en-US" sz="1100" dirty="0">
                <a:latin typeface="Muli" panose="00000500000000000000" pitchFamily="2" charset="0"/>
              </a:rPr>
              <a:t/>
            </a:r>
            <a:r>
              <a:rPr lang="en-US" sz="1100" dirty="0" err="1">
                <a:latin typeface="Muli" panose="00000500000000000000" pitchFamily="2" charset="0"/>
              </a:rPr>
              <a:t/>
            </a:r>
            <a:r>
              <a:rPr lang="en-US" sz="1100" dirty="0">
                <a:latin typeface="Muli" panose="00000500000000000000" pitchFamily="2" charset="0"/>
              </a:rPr>
              <a:t/>
            </a:r>
            <a:r>
              <a:rPr lang="en-US" sz="1100" dirty="0" err="1">
                <a:latin typeface="Muli" panose="00000500000000000000" pitchFamily="2" charset="0"/>
              </a:rPr>
              <a:t/>
            </a:r>
            <a:r>
              <a:rPr lang="en-US" sz="1100" dirty="0">
                <a:latin typeface="Muli" panose="00000500000000000000" pitchFamily="2" charset="0"/>
              </a:rPr>
              <a:t/>
            </a:r>
            <a:r>
              <a:rPr lang="en-US" sz="1100" dirty="0" err="1">
                <a:latin typeface="Muli" panose="00000500000000000000" pitchFamily="2" charset="0"/>
              </a:rPr>
              <a:t/>
            </a:r>
            <a:r>
              <a:rPr lang="en-US" sz="1100" dirty="0">
                <a:latin typeface="Muli" panose="00000500000000000000" pitchFamily="2" charset="0"/>
              </a:rPr>
              <a:t/>
            </a:r>
            <a:r>
              <a:rPr lang="en-US" sz="1100" dirty="0" err="1">
                <a:latin typeface="Muli" panose="00000500000000000000" pitchFamily="2" charset="0"/>
              </a:rPr>
              <a:t/>
            </a:r>
            <a:endParaRPr lang="en-US" sz="1100" dirty="0">
              <a:latin typeface="Muli" panose="00000500000000000000" pitchFamily="2" charset="0"/>
            </a:endParaRPr>
          </a:p>
          <a:p>
            <a:endParaRPr lang="en-US" sz="1200" dirty="0">
              <a:solidFill>
                <a:schemeClr val="bg1"/>
              </a:solidFill>
              <a:latin typeface="Muli" panose="00000500000000000000" pitchFamily="2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29C3F46-D157-6147-871A-72A45E5DD66C}"/>
              </a:ext>
            </a:extLst>
          </p:cNvPr>
          <p:cNvSpPr txBox="1"/>
          <p:nvPr/>
        </p:nvSpPr>
        <p:spPr>
          <a:xfrm>
            <a:off x="4464050" y="1789758"/>
            <a:ext cx="224295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D19809"/>
                </a:solidFill>
                <a:latin typeface="Muli ExtraBold" panose="00000900000000000000" pitchFamily="2" charset="0"/>
              </a:rPr>
              <a:t>Explore</a:t>
            </a:r>
          </a:p>
          <a:p>
            <a:endParaRPr lang="en-US" sz="1200" dirty="0">
              <a:latin typeface="Muli" panose="00000500000000000000" pitchFamily="2" charset="0"/>
            </a:endParaRPr>
          </a:p>
          <a:p>
            <a:r>
              <a:rPr lang="en-US" sz="1100" dirty="0">
                <a:latin typeface="Muli" panose="00000500000000000000" pitchFamily="2" charset="0"/>
              </a:rPr>
              <a:t>Entropy bonus in SAC.</a:t>
            </a:r>
            <a:r>
              <a:rPr lang="en-US" sz="1100" dirty="0" err="1">
                <a:latin typeface="Muli" panose="00000500000000000000" pitchFamily="2" charset="0"/>
              </a:rPr>
              <a:t/>
            </a:r>
            <a:r>
              <a:rPr lang="en-US" sz="1100" dirty="0">
                <a:latin typeface="Muli" panose="00000500000000000000" pitchFamily="2" charset="0"/>
              </a:rPr>
              <a:t/>
            </a:r>
            <a:r>
              <a:rPr lang="en-US" sz="1100" dirty="0" err="1">
                <a:latin typeface="Muli" panose="00000500000000000000" pitchFamily="2" charset="0"/>
              </a:rPr>
              <a:t/>
            </a:r>
            <a:r>
              <a:rPr lang="en-US" sz="1100" dirty="0">
                <a:latin typeface="Muli" panose="00000500000000000000" pitchFamily="2" charset="0"/>
              </a:rPr>
              <a:t/>
            </a:r>
            <a:r>
              <a:rPr lang="en-US" sz="1100" dirty="0" err="1">
                <a:latin typeface="Muli" panose="00000500000000000000" pitchFamily="2" charset="0"/>
              </a:rPr>
              <a:t/>
            </a:r>
            <a:r>
              <a:rPr lang="en-US" sz="1100" dirty="0">
                <a:latin typeface="Muli" panose="00000500000000000000" pitchFamily="2" charset="0"/>
              </a:rPr>
              <a:t/>
            </a:r>
            <a:r>
              <a:rPr lang="en-US" sz="1100" dirty="0" err="1">
                <a:latin typeface="Muli" panose="00000500000000000000" pitchFamily="2" charset="0"/>
              </a:rPr>
              <a:t/>
            </a:r>
            <a:r>
              <a:rPr lang="en-US" sz="1100" dirty="0">
                <a:latin typeface="Muli" panose="00000500000000000000" pitchFamily="2" charset="0"/>
              </a:rPr>
              <a:t/>
            </a:r>
            <a:r>
              <a:rPr lang="en-US" sz="1100" dirty="0" err="1">
                <a:latin typeface="Muli" panose="00000500000000000000" pitchFamily="2" charset="0"/>
              </a:rPr>
              <a:t/>
            </a:r>
            <a:r>
              <a:rPr lang="en-US" sz="1100" dirty="0">
                <a:latin typeface="Muli" panose="00000500000000000000" pitchFamily="2" charset="0"/>
              </a:rPr>
              <a:t/>
            </a:r>
            <a:r>
              <a:rPr lang="en-US" sz="1100" dirty="0" err="1">
                <a:latin typeface="Muli" panose="00000500000000000000" pitchFamily="2" charset="0"/>
              </a:rPr>
              <a:t/>
            </a:r>
            <a:r>
              <a:rPr lang="en-US" sz="1100" dirty="0">
                <a:latin typeface="Muli" panose="00000500000000000000" pitchFamily="2" charset="0"/>
              </a:rPr>
              <a:t/>
            </a:r>
            <a:r>
              <a:rPr lang="en-US" sz="1100" dirty="0" err="1">
                <a:latin typeface="Muli" panose="00000500000000000000" pitchFamily="2" charset="0"/>
              </a:rPr>
              <a:t/>
            </a:r>
            <a:r>
              <a:rPr lang="en-US" sz="1100" dirty="0">
                <a:latin typeface="Muli" panose="00000500000000000000" pitchFamily="2" charset="0"/>
              </a:rPr>
              <a:t/>
            </a:r>
            <a:r>
              <a:rPr lang="en-US" sz="1100" dirty="0" err="1">
                <a:latin typeface="Muli" panose="00000500000000000000" pitchFamily="2" charset="0"/>
              </a:rPr>
              <a:t/>
            </a:r>
            <a:endParaRPr lang="en-US" sz="1100" dirty="0">
              <a:latin typeface="Muli" panose="00000500000000000000" pitchFamily="2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313B975-A3D2-754B-9D1D-9E3E6DB1AB73}"/>
              </a:ext>
            </a:extLst>
          </p:cNvPr>
          <p:cNvSpPr txBox="1"/>
          <p:nvPr/>
        </p:nvSpPr>
        <p:spPr>
          <a:xfrm>
            <a:off x="2482983" y="1789758"/>
            <a:ext cx="1851244" cy="13696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D19809"/>
                </a:solidFill>
                <a:latin typeface="Muli ExtraBold" panose="00000900000000000000" pitchFamily="2" charset="0"/>
              </a:rPr>
              <a:t>Off-policy</a:t>
            </a:r>
          </a:p>
          <a:p>
            <a:endParaRPr lang="en-US" sz="1200" dirty="0">
              <a:latin typeface="Muli" panose="00000500000000000000" pitchFamily="2" charset="0"/>
            </a:endParaRPr>
          </a:p>
          <a:p>
            <a:r>
              <a:rPr lang="en-US" sz="1100" dirty="0">
                <a:latin typeface="Muli" panose="00000500000000000000" pitchFamily="2" charset="0"/>
              </a:rPr>
              <a:t>Replay buffer. SAC and TD3.</a:t>
            </a:r>
            <a:r>
              <a:rPr lang="en-US" sz="1100" dirty="0" err="1">
                <a:latin typeface="Muli" panose="00000500000000000000" pitchFamily="2" charset="0"/>
              </a:rPr>
              <a:t/>
            </a:r>
            <a:r>
              <a:rPr lang="en-US" sz="1100" dirty="0">
                <a:latin typeface="Muli" panose="00000500000000000000" pitchFamily="2" charset="0"/>
              </a:rPr>
              <a:t/>
            </a:r>
            <a:r>
              <a:rPr lang="en-US" sz="1100" dirty="0" err="1">
                <a:latin typeface="Muli" panose="00000500000000000000" pitchFamily="2" charset="0"/>
              </a:rPr>
              <a:t/>
            </a:r>
            <a:r>
              <a:rPr lang="en-US" sz="1100" dirty="0">
                <a:latin typeface="Muli" panose="00000500000000000000" pitchFamily="2" charset="0"/>
              </a:rPr>
              <a:t/>
            </a:r>
            <a:r>
              <a:rPr lang="en-US" sz="1100" dirty="0" err="1">
                <a:latin typeface="Muli" panose="00000500000000000000" pitchFamily="2" charset="0"/>
              </a:rPr>
              <a:t/>
            </a:r>
            <a:r>
              <a:rPr lang="en-US" sz="1100" dirty="0">
                <a:latin typeface="Muli" panose="00000500000000000000" pitchFamily="2" charset="0"/>
              </a:rPr>
              <a:t/>
            </a:r>
            <a:r>
              <a:rPr lang="en-US" sz="1100" dirty="0" err="1">
                <a:latin typeface="Muli" panose="00000500000000000000" pitchFamily="2" charset="0"/>
              </a:rPr>
              <a:t/>
            </a:r>
            <a:r>
              <a:rPr lang="en-US" sz="1100" dirty="0">
                <a:latin typeface="Muli" panose="00000500000000000000" pitchFamily="2" charset="0"/>
              </a:rPr>
              <a:t/>
            </a:r>
            <a:r>
              <a:rPr lang="en-US" sz="1100" dirty="0" err="1">
                <a:latin typeface="Muli" panose="00000500000000000000" pitchFamily="2" charset="0"/>
              </a:rPr>
              <a:t/>
            </a:r>
            <a:r>
              <a:rPr lang="en-US" sz="1100" dirty="0">
                <a:latin typeface="Muli" panose="00000500000000000000" pitchFamily="2" charset="0"/>
              </a:rPr>
              <a:t/>
            </a:r>
            <a:r>
              <a:rPr lang="en-US" sz="1100" dirty="0" err="1">
                <a:latin typeface="Muli" panose="00000500000000000000" pitchFamily="2" charset="0"/>
              </a:rPr>
              <a:t/>
            </a:r>
            <a:r>
              <a:rPr lang="en-US" sz="1100" dirty="0">
                <a:latin typeface="Muli" panose="00000500000000000000" pitchFamily="2" charset="0"/>
              </a:rPr>
              <a:t/>
            </a:r>
            <a:r>
              <a:rPr lang="en-US" sz="1100" dirty="0" err="1">
                <a:latin typeface="Muli" panose="00000500000000000000" pitchFamily="2" charset="0"/>
              </a:rPr>
              <a:t/>
            </a:r>
            <a:r>
              <a:rPr lang="en-US" sz="1100" dirty="0">
                <a:latin typeface="Muli" panose="00000500000000000000" pitchFamily="2" charset="0"/>
              </a:rPr>
              <a:t/>
            </a:r>
            <a:r>
              <a:rPr lang="en-US" sz="1100" dirty="0" err="1">
                <a:latin typeface="Muli" panose="00000500000000000000" pitchFamily="2" charset="0"/>
              </a:rPr>
              <a:t/>
            </a:r>
            <a:endParaRPr lang="en-US" sz="1100" dirty="0">
              <a:latin typeface="Muli" panose="00000500000000000000" pitchFamily="2" charset="0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C025118-C076-4C4F-B76F-7E1C0F824A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C0C6D2-0806-7544-84E2-13A8C37B7D3D}" type="slidenum">
              <a:rPr lang="en-US" smtClean="0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3EF433-2C52-1A4D-B0C0-BA2DC8040AA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sz="2000" b="1" i="0">
                <a:latin typeface="Muli ExtraBold"/>
                <a:ea typeface="Muli ExtraBold"/>
                <a:cs typeface="Muli ExtraBold"/>
              </a:rPr>
              <a:t>PPO</a:t>
            </a:r>
            <a:endParaRPr lang="en-US"/>
          </a:p>
          <a:p>
            <a:r>
              <a:rPr sz="1600" b="0" i="0">
                <a:latin typeface="Muli"/>
                <a:ea typeface="Muli"/>
                <a:cs typeface="Muli"/>
              </a:rPr>
              <a:t>On-policy</a:t>
            </a:r>
          </a:p>
          <a:p>
            <a:r>
              <a:rPr sz="1600" b="0" i="0">
                <a:latin typeface="Muli"/>
                <a:ea typeface="Muli"/>
                <a:cs typeface="Muli"/>
              </a:rPr>
              <a:t>Fresh data each update</a:t>
            </a:r>
          </a:p>
          <a:p>
            <a:r>
              <a:rPr sz="1600" b="0" i="0">
                <a:latin typeface="Muli"/>
                <a:ea typeface="Muli"/>
                <a:cs typeface="Muli"/>
              </a:rPr>
              <a:t>Stable, easy default</a:t>
            </a:r>
          </a:p>
          <a:p>
            <a:r>
              <a:rPr sz="1600" b="0" i="0">
                <a:latin typeface="Muli"/>
                <a:ea typeface="Muli"/>
                <a:cs typeface="Muli"/>
              </a:rPr>
              <a:t>Notebook exercise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D605358-5030-004A-AE0D-06DF7796DE0D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sz="2000" b="1" i="0">
                <a:latin typeface="Muli ExtraBold"/>
                <a:ea typeface="Muli ExtraBold"/>
                <a:cs typeface="Muli ExtraBold"/>
              </a:rPr>
              <a:t>SAC  (and TD3)</a:t>
            </a:r>
            <a:endParaRPr lang="en-US"/>
          </a:p>
          <a:p>
            <a:r>
              <a:rPr sz="1600" b="0" i="0">
                <a:latin typeface="Muli"/>
                <a:ea typeface="Muli"/>
                <a:cs typeface="Muli"/>
              </a:rPr>
              <a:t>Off-policy, replay buffer</a:t>
            </a:r>
          </a:p>
          <a:p>
            <a:r>
              <a:rPr sz="1600" b="0" i="0">
                <a:latin typeface="Muli"/>
                <a:ea typeface="Muli"/>
                <a:cs typeface="Muli"/>
              </a:rPr>
              <a:t>Strong on continuous control</a:t>
            </a:r>
          </a:p>
          <a:p>
            <a:r>
              <a:rPr sz="1600" b="0" i="0">
                <a:latin typeface="Muli"/>
                <a:ea typeface="Muli"/>
                <a:cs typeface="Muli"/>
              </a:rPr>
              <a:t>We train handover with SAC</a:t>
            </a:r>
          </a:p>
          <a:p>
            <a:r>
              <a:rPr sz="1600" b="0" i="0">
                <a:latin typeface="Muli"/>
                <a:ea typeface="Muli"/>
                <a:cs typeface="Muli"/>
              </a:rPr>
              <a:t>TD3: deterministic actor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3F93476-80A9-9244-B83A-0F2F65894A49}"/>
              </a:ext>
            </a:extLst>
          </p:cNvPr>
          <p:cNvSpPr txBox="1"/>
          <p:nvPr/>
        </p:nvSpPr>
        <p:spPr>
          <a:xfrm>
            <a:off x="832419" y="483518"/>
            <a:ext cx="389572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solidFill>
                  <a:srgbClr val="004479"/>
                </a:solidFill>
                <a:latin typeface="Muli ExtraBold" panose="00000900000000000000" pitchFamily="2" charset="0"/>
              </a:rPr>
              <a:t>Algorithms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EAC7145-7D79-CE41-9840-7E9BCB9315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C0C6D2-0806-7544-84E2-13A8C37B7D3D}" type="slidenum">
              <a:rPr lang="en-US" smtClean="0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extBox 3">
            <a:extLst>
              <a:ext uri="{FF2B5EF4-FFF2-40B4-BE49-F238E27FC236}">
                <a16:creationId xmlns:a16="http://schemas.microsoft.com/office/drawing/2014/main" id="{B22A12B2-4D0D-9643-88C6-CD7D6B3A7850}"/>
              </a:ext>
            </a:extLst>
          </p:cNvPr>
          <p:cNvSpPr txBox="1"/>
          <p:nvPr/>
        </p:nvSpPr>
        <p:spPr>
          <a:xfrm>
            <a:off x="832419" y="483518"/>
            <a:ext cx="389572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solidFill>
                  <a:srgbClr val="004479"/>
                </a:solidFill>
                <a:latin typeface="Muli ExtraBold" panose="00000900000000000000" pitchFamily="2" charset="0"/>
              </a:rPr>
              <a:t>How we train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21A34CD-49C3-7249-8283-CA48F9533506}"/>
              </a:ext>
            </a:extLst>
          </p:cNvPr>
          <p:cNvSpPr txBox="1"/>
          <p:nvPr/>
        </p:nvSpPr>
        <p:spPr>
          <a:xfrm>
            <a:off x="832419" y="1496971"/>
            <a:ext cx="6616131" cy="28931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sz="1400" dirty="0">
                <a:latin typeface="Muli" panose="00000500000000000000" pitchFamily="2" charset="0"/>
              </a:rPr>
              <a:t>SB3: SAC("MlpPolicy", env).learn(…).</a:t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sz="1400" dirty="0">
                <a:latin typeface="Muli" panose="00000500000000000000" pitchFamily="2" charset="0"/>
              </a:rPr>
              <a:t>Test with predict(obs, deterministic=True).</a:t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sz="1400" dirty="0">
                <a:latin typeface="Muli" panose="00000500000000000000" pitchFamily="2" charset="0"/>
              </a:rPr>
              <a:t>Handover setup: learning_starts 1000.</a:t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sz="1400" dirty="0">
                <a:latin typeface="Muli" panose="00000500000000000000" pitchFamily="2" charset="0"/>
              </a:rPr>
              <a:t>Entropy coefficient ent_coef = 0.005.</a:t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C64EB20-D95A-5B48-80C5-4E3BA91618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C0C6D2-0806-7544-84E2-13A8C37B7D3D}" type="slidenum">
              <a:rPr lang="en-US" smtClean="0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extBox 3">
            <a:extLst>
              <a:ext uri="{FF2B5EF4-FFF2-40B4-BE49-F238E27FC236}">
                <a16:creationId xmlns:a16="http://schemas.microsoft.com/office/drawing/2014/main" id="{B22A12B2-4D0D-9643-88C6-CD7D6B3A7850}"/>
              </a:ext>
            </a:extLst>
          </p:cNvPr>
          <p:cNvSpPr txBox="1"/>
          <p:nvPr/>
        </p:nvSpPr>
        <p:spPr>
          <a:xfrm>
            <a:off x="832419" y="483518"/>
            <a:ext cx="389572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solidFill>
                  <a:srgbClr val="004479"/>
                </a:solidFill>
                <a:latin typeface="Muli ExtraBold" panose="00000900000000000000" pitchFamily="2" charset="0"/>
              </a:rPr>
              <a:t>Check the run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21A34CD-49C3-7249-8283-CA48F9533506}"/>
              </a:ext>
            </a:extLst>
          </p:cNvPr>
          <p:cNvSpPr txBox="1"/>
          <p:nvPr/>
        </p:nvSpPr>
        <p:spPr>
          <a:xfrm>
            <a:off x="832419" y="1496971"/>
            <a:ext cx="6616131" cy="28931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sz="1400" dirty="0">
                <a:latin typeface="Muli" panose="00000500000000000000" pitchFamily="2" charset="0"/>
              </a:rPr>
              <a:t>The same reward can fail on another seed.</a:t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sz="1400" dirty="0">
                <a:latin typeface="Muli" panose="00000500000000000000" pitchFamily="2" charset="0"/>
              </a:rPr>
              <a:t>Save checkpoints and read the learning curve.</a:t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sz="1400" dirty="0">
                <a:latin typeface="Muli" panose="00000500000000000000" pitchFamily="2" charset="0"/>
              </a:rPr>
              <a:t>Evaluate in simulation before the live demo.</a:t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sz="1400" dirty="0">
                <a:latin typeface="Muli" panose="00000500000000000000" pitchFamily="2" charset="0"/>
              </a:rPr>
              <a:t>Notebook Part 6 is this loop on our env.</a:t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C64EB20-D95A-5B48-80C5-4E3BA91618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C0C6D2-0806-7544-84E2-13A8C37B7D3D}" type="slidenum">
              <a:rPr lang="en-US" smtClean="0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 i="0">
                <a:latin typeface="Muli ExtraBold"/>
                <a:ea typeface="Muli ExtraBold"/>
                <a:cs typeface="Muli ExtraBold"/>
              </a:rPr>
              <a:t>Simulation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800" b="0" i="0">
                <a:latin typeface="Muli"/>
                <a:ea typeface="Muli"/>
                <a:cs typeface="Muli"/>
              </a:rPr>
              <a:t>Part 2 of 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C64EB20-D95A-5B48-80C5-4E3BA91618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C0C6D2-0806-7544-84E2-13A8C37B7D3D}" type="slidenum">
              <a:rPr lang="en-US" smtClean="0"/>
              <a:t>14</a:t>
            </a:fld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384048" y="146304"/>
            <a:ext cx="832104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3600" b="1" i="0">
                <a:solidFill>
                  <a:srgbClr val="262626"/>
                </a:solidFill>
                <a:latin typeface="Muli ExtraBold"/>
                <a:ea typeface="Muli"/>
                <a:cs typeface="Muli"/>
              </a:rPr>
              <a:t>Why simulation?</a:t>
            </a:r>
          </a:p>
        </p:txBody>
      </p:sp>
      <p:pic>
        <p:nvPicPr>
          <p:cNvPr id="4" name="atlas_fail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347472" y="841248"/>
            <a:ext cx="4096512" cy="23317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47472" y="3236976"/>
            <a:ext cx="4096512" cy="7132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Example 1: testing a controller on an expensive robot without knowing if it will crash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" y="3950208"/>
            <a:ext cx="4096512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6B6B6B"/>
                </a:solidFill>
                <a:latin typeface="Muli"/>
                <a:ea typeface="Muli"/>
                <a:cs typeface="Muli"/>
              </a:rPr>
              <a:t>Boston Dynamics, Farewell to HD Atlas, YouTube, 2024.</a:t>
            </a:r>
          </a:p>
        </p:txBody>
      </p:sp>
      <p:pic>
        <p:nvPicPr>
          <p:cNvPr id="7" name="Picture 6" descr="dactyl_hand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81728" y="841248"/>
            <a:ext cx="4096512" cy="23317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681728" y="3236976"/>
            <a:ext cx="4096512" cy="7132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Example 2: an RL policy that needed about 13,000 years of experience in simulation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81728" y="3950208"/>
            <a:ext cx="4096512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6B6B6B"/>
                </a:solidFill>
                <a:latin typeface="Muli"/>
                <a:ea typeface="Muli"/>
                <a:cs typeface="Muli"/>
              </a:rPr>
              <a:t>OpenAI Dactyl, Rubik's Cube, 2019. Photo: Shadow Hand, CC BY-SA 3.0.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4681728"/>
            <a:ext cx="53492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200"/>
              </a:spcAft>
            </a:pPr>
            <a:r>
              <a:rPr sz="900" b="0" i="0">
                <a:solidFill>
                  <a:srgbClr val="6B6B6B"/>
                </a:solidFill>
                <a:latin typeface="Muli"/>
                <a:ea typeface="Muli"/>
                <a:cs typeface="Muli"/>
              </a:rPr>
              <a:t>Framework after Kaifeng Zhang, COMS4733 Lecture 13, Columbia University.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C64EB20-D95A-5B48-80C5-4E3BA91618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C0C6D2-0806-7544-84E2-13A8C37B7D3D}" type="slidenum">
              <a:rPr lang="en-US" smtClean="0"/>
              <a:t>15</a:t>
            </a:fld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384048" y="146304"/>
            <a:ext cx="832104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3600" b="1" i="0">
                <a:solidFill>
                  <a:srgbClr val="262626"/>
                </a:solidFill>
                <a:latin typeface="Muli ExtraBold"/>
                <a:ea typeface="Muli"/>
                <a:cs typeface="Muli"/>
              </a:rPr>
              <a:t>What simulation offers</a:t>
            </a:r>
          </a:p>
        </p:txBody>
      </p:sp>
      <p:pic>
        <p:nvPicPr>
          <p:cNvPr id="4" name="Picture 3" descr="nv_warehous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472" y="841248"/>
            <a:ext cx="4096512" cy="1417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47472" y="2258568"/>
            <a:ext cx="4096512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Bridging design and reality</a:t>
            </a:r>
          </a:p>
        </p:txBody>
      </p:sp>
      <p:pic>
        <p:nvPicPr>
          <p:cNvPr id="6" name="Picture 5" descr="nv_franka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81728" y="841248"/>
            <a:ext cx="4096512" cy="1417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681728" y="2258568"/>
            <a:ext cx="4096512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Safe and repeatable testing</a:t>
            </a:r>
          </a:p>
        </p:txBody>
      </p:sp>
      <p:pic>
        <p:nvPicPr>
          <p:cNvPr id="8" name="Picture 7" descr="nv_scal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7472" y="2697480"/>
            <a:ext cx="4096512" cy="14173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47472" y="4114800"/>
            <a:ext cx="4096512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Scalability</a:t>
            </a:r>
          </a:p>
        </p:txBody>
      </p:sp>
      <p:pic>
        <p:nvPicPr>
          <p:cNvPr id="10" name="Picture 9" descr="nv_truth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81728" y="2697480"/>
            <a:ext cx="4096512" cy="14173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681728" y="4114800"/>
            <a:ext cx="4096512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Access to ground truth signals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472" y="4370832"/>
            <a:ext cx="84124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6B6B6B"/>
                </a:solidFill>
                <a:latin typeface="Muli"/>
                <a:ea typeface="Muli"/>
                <a:cs typeface="Muli"/>
              </a:rPr>
              <a:t>Images: NVIDIA Isaac Sim, Isaac Gym, and Factory. NVIDIA Technical Blog.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4681728"/>
            <a:ext cx="53492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200"/>
              </a:spcAft>
            </a:pPr>
            <a:r>
              <a:rPr sz="900" b="0" i="0">
                <a:solidFill>
                  <a:srgbClr val="6B6B6B"/>
                </a:solidFill>
                <a:latin typeface="Muli"/>
                <a:ea typeface="Muli"/>
                <a:cs typeface="Muli"/>
              </a:rPr>
              <a:t>Kaifeng Zhang, COMS4733 Lecture 13, Columbia University.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C64EB20-D95A-5B48-80C5-4E3BA91618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C0C6D2-0806-7544-84E2-13A8C37B7D3D}" type="slidenum">
              <a:rPr lang="en-US" smtClean="0"/>
              <a:t>16</a:t>
            </a:fld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384048" y="146304"/>
            <a:ext cx="832104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3600" b="1" i="0">
                <a:solidFill>
                  <a:srgbClr val="262626"/>
                </a:solidFill>
                <a:latin typeface="Muli ExtraBold"/>
                <a:ea typeface="Muli"/>
                <a:cs typeface="Muli"/>
              </a:rPr>
              <a:t>Robotic simulation in practice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60120"/>
            <a:ext cx="8046720" cy="7132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2000" b="1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Classical control verification</a:t>
            </a:r>
          </a:p>
          <a:p>
            <a:pPr algn="l">
              <a:spcAft>
                <a:spcPts val="200"/>
              </a:spcAft>
            </a:pPr>
            <a:r>
              <a:rPr sz="18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     Study the performance, stability, and robustness of control systems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783080"/>
            <a:ext cx="8046720" cy="7132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2000" b="1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Data generation</a:t>
            </a:r>
          </a:p>
          <a:p>
            <a:pPr algn="l">
              <a:spcAft>
                <a:spcPts val="200"/>
              </a:spcAft>
            </a:pPr>
            <a:r>
              <a:rPr sz="18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     Generating large datasets for robot policy training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606040"/>
            <a:ext cx="8046720" cy="7132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2000" b="1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Evaluation</a:t>
            </a:r>
          </a:p>
          <a:p>
            <a:pPr algn="l">
              <a:spcAft>
                <a:spcPts val="200"/>
              </a:spcAft>
            </a:pPr>
            <a:r>
              <a:rPr sz="18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     Benchmark algorithms under controlled, repeatable conditions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3429000"/>
            <a:ext cx="8046720" cy="7132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2000" b="1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Design and prototyping</a:t>
            </a:r>
          </a:p>
          <a:p>
            <a:pPr algn="l">
              <a:spcAft>
                <a:spcPts val="200"/>
              </a:spcAft>
            </a:pPr>
            <a:r>
              <a:rPr sz="18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     Rapidly test robot morphology, sensor placement, or gripper designs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4681728"/>
            <a:ext cx="53492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200"/>
              </a:spcAft>
            </a:pPr>
            <a:r>
              <a:rPr sz="900" b="0" i="0">
                <a:solidFill>
                  <a:srgbClr val="6B6B6B"/>
                </a:solidFill>
                <a:latin typeface="Muli"/>
                <a:ea typeface="Muli"/>
                <a:cs typeface="Muli"/>
              </a:rPr>
              <a:t>Kaifeng Zhang, COMS4733 Lecture 13, Columbia University.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C64EB20-D95A-5B48-80C5-4E3BA91618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C0C6D2-0806-7544-84E2-13A8C37B7D3D}" type="slidenum">
              <a:rPr lang="en-US" smtClean="0"/>
              <a:t>17</a:t>
            </a:fld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384048" y="146304"/>
            <a:ext cx="832104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3600" b="1" i="0">
                <a:solidFill>
                  <a:srgbClr val="262626"/>
                </a:solidFill>
                <a:latin typeface="Muli ExtraBold"/>
                <a:ea typeface="Muli"/>
                <a:cs typeface="Muli"/>
              </a:rPr>
              <a:t>Components of a simulator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92608" y="868680"/>
            <a:ext cx="4206240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29768" y="941832"/>
            <a:ext cx="393192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200"/>
              </a:spcAft>
            </a:pPr>
            <a:r>
              <a:rPr sz="1800" b="1" i="0">
                <a:solidFill>
                  <a:srgbClr val="262626"/>
                </a:solidFill>
                <a:latin typeface="Muli"/>
                <a:ea typeface="Muli"/>
                <a:cs typeface="Muli"/>
              </a:rPr>
              <a:t>Physics Engine</a:t>
            </a:r>
          </a:p>
        </p:txBody>
      </p:sp>
      <p:pic>
        <p:nvPicPr>
          <p:cNvPr id="6" name="Picture 5" descr="comp_physic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44168"/>
            <a:ext cx="1554480" cy="107899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121408" y="1344168"/>
            <a:ext cx="2194559" cy="1143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Rigid, articulated, deformable, …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Speed: CPU/GPU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Accuracy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645152" y="868680"/>
            <a:ext cx="4206240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82312" y="941832"/>
            <a:ext cx="393192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200"/>
              </a:spcAft>
            </a:pPr>
            <a:r>
              <a:rPr sz="1800" b="1" i="0">
                <a:solidFill>
                  <a:srgbClr val="262626"/>
                </a:solidFill>
                <a:latin typeface="Muli"/>
                <a:ea typeface="Muli"/>
                <a:cs typeface="Muli"/>
              </a:rPr>
              <a:t>Renderer</a:t>
            </a:r>
          </a:p>
        </p:txBody>
      </p:sp>
      <p:pic>
        <p:nvPicPr>
          <p:cNvPr id="10" name="Picture 9" descr="comp_render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9744" y="1344168"/>
            <a:ext cx="1554480" cy="10789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73952" y="1344168"/>
            <a:ext cx="2194559" cy="1143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Method: rasterization, path tracing, …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Lighting, texture, …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Speed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92608" y="2724912"/>
            <a:ext cx="4206240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9768" y="2798064"/>
            <a:ext cx="393192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200"/>
              </a:spcAft>
            </a:pPr>
            <a:r>
              <a:rPr sz="1800" b="1" i="0">
                <a:solidFill>
                  <a:srgbClr val="262626"/>
                </a:solidFill>
                <a:latin typeface="Muli"/>
                <a:ea typeface="Muli"/>
                <a:cs typeface="Muli"/>
              </a:rPr>
              <a:t>Sensor Simulation</a:t>
            </a:r>
          </a:p>
        </p:txBody>
      </p:sp>
      <p:pic>
        <p:nvPicPr>
          <p:cNvPr id="14" name="Picture 13" descr="comp_sensors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200400"/>
            <a:ext cx="1554480" cy="107899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2121408" y="3200400"/>
            <a:ext cx="2194559" cy="1143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RGB camera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Depth/LiDAR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Robot states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Tactile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45152" y="2724912"/>
            <a:ext cx="4206240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82312" y="2798064"/>
            <a:ext cx="393192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200"/>
              </a:spcAft>
            </a:pPr>
            <a:r>
              <a:rPr sz="1800" b="1" i="0">
                <a:solidFill>
                  <a:srgbClr val="262626"/>
                </a:solidFill>
                <a:latin typeface="Muli"/>
                <a:ea typeface="Muli"/>
                <a:cs typeface="Muli"/>
              </a:rPr>
              <a:t>User Interface</a:t>
            </a:r>
          </a:p>
        </p:txBody>
      </p:sp>
      <p:pic>
        <p:nvPicPr>
          <p:cNvPr id="18" name="Picture 17" descr="comp_ui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09744" y="3200400"/>
            <a:ext cx="1554480" cy="1078992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473952" y="3200400"/>
            <a:ext cx="2194559" cy="1143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Scene setup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API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Policy training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7472" y="4526280"/>
            <a:ext cx="758952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000" b="0" i="0">
                <a:solidFill>
                  <a:srgbClr val="6B6B6B"/>
                </a:solidFill>
                <a:latin typeface="Muli"/>
                <a:ea typeface="Muli"/>
                <a:cs typeface="Muli"/>
              </a:rPr>
              <a:t>Images: MuJoCo documentation (Google DeepMind); robosuite documentation.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34440" y="4681728"/>
            <a:ext cx="53492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200"/>
              </a:spcAft>
            </a:pPr>
            <a:r>
              <a:rPr sz="900" b="0" i="0">
                <a:solidFill>
                  <a:srgbClr val="6B6B6B"/>
                </a:solidFill>
                <a:latin typeface="Muli"/>
                <a:ea typeface="Muli"/>
                <a:cs typeface="Muli"/>
              </a:rPr>
              <a:t>Kaifeng Zhang, COMS4733 Lecture 13, Columbia University.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C64EB20-D95A-5B48-80C5-4E3BA91618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C0C6D2-0806-7544-84E2-13A8C37B7D3D}" type="slidenum">
              <a:rPr lang="en-US" smtClean="0"/>
              <a:t>18</a:t>
            </a:fld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384048" y="146304"/>
            <a:ext cx="832104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3600" b="1" i="0">
                <a:solidFill>
                  <a:srgbClr val="262626"/>
                </a:solidFill>
                <a:latin typeface="Muli ExtraBold"/>
                <a:ea typeface="Muli"/>
                <a:cs typeface="Muli"/>
              </a:rPr>
              <a:t>The step() function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8912" y="804672"/>
            <a:ext cx="8229600" cy="12344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Update the simulation state from  t  to  t + Δt</a:t>
            </a:r>
          </a:p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Physics step:</a:t>
            </a:r>
          </a:p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      •  Detecting collision</a:t>
            </a:r>
          </a:p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      •  Solving physics (resolve collision, evolve dynamics)</a:t>
            </a:r>
          </a:p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      •  Time integration</a:t>
            </a:r>
          </a:p>
        </p:txBody>
      </p:sp>
      <p:pic>
        <p:nvPicPr>
          <p:cNvPr id="5" name="Picture 4" descr="nerd_work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029968"/>
            <a:ext cx="7863840" cy="23774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47472" y="4443984"/>
            <a:ext cx="76809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000" b="0" i="0">
                <a:solidFill>
                  <a:srgbClr val="6B6B6B"/>
                </a:solidFill>
                <a:latin typeface="Muli"/>
                <a:ea typeface="Muli"/>
                <a:cs typeface="Muli"/>
              </a:rPr>
              <a:t>Xu, J., Heiden, E., Akinola, I., Fox, D., Macklin, M., and Narang, Y. Neural Robot Dynamics. arXiv:2508.15755, 2025. Fig. 2(a).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4681728"/>
            <a:ext cx="53492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200"/>
              </a:spcAft>
            </a:pPr>
            <a:r>
              <a:rPr sz="900" b="0" i="0">
                <a:solidFill>
                  <a:srgbClr val="6B6B6B"/>
                </a:solidFill>
                <a:latin typeface="Muli"/>
                <a:ea typeface="Muli"/>
                <a:cs typeface="Muli"/>
              </a:rPr>
              <a:t>Kaifeng Zhang, COMS4733 Lecture 13, Columbia University.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C64EB20-D95A-5B48-80C5-4E3BA91618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C0C6D2-0806-7544-84E2-13A8C37B7D3D}" type="slidenum">
              <a:rPr lang="en-US" smtClean="0"/>
              <a:t>19</a:t>
            </a:fld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384048" y="146304"/>
            <a:ext cx="832104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3600" b="1" i="0">
                <a:solidFill>
                  <a:srgbClr val="262626"/>
                </a:solidFill>
                <a:latin typeface="Muli ExtraBold"/>
                <a:ea typeface="Muli"/>
                <a:cs typeface="Muli"/>
              </a:rPr>
              <a:t>The render() function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8912" y="960120"/>
            <a:ext cx="4206240" cy="23774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8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Get rendering and other sensor readings</a:t>
            </a:r>
          </a:p>
          <a:p>
            <a:pPr algn="l">
              <a:spcAft>
                <a:spcPts val="200"/>
              </a:spcAft>
            </a:pPr>
            <a:r>
              <a:rPr sz="18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Rendering step:</a:t>
            </a:r>
          </a:p>
          <a:p>
            <a:pPr algn="l">
              <a:spcAft>
                <a:spcPts val="200"/>
              </a:spcAft>
            </a:pPr>
            <a:r>
              <a:rPr sz="18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      •  Sending simulation states to the renderer</a:t>
            </a:r>
          </a:p>
          <a:p>
            <a:pPr algn="l">
              <a:spcAft>
                <a:spcPts val="200"/>
              </a:spcAft>
            </a:pPr>
            <a:r>
              <a:rPr sz="18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      •  Run rendering algorithm</a:t>
            </a:r>
          </a:p>
          <a:p>
            <a:pPr algn="l">
              <a:spcAft>
                <a:spcPts val="200"/>
              </a:spcAft>
            </a:pPr>
            <a:r>
              <a:rPr sz="18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      •  Update viewer (if interactive)</a:t>
            </a:r>
          </a:p>
        </p:txBody>
      </p:sp>
      <p:pic>
        <p:nvPicPr>
          <p:cNvPr id="5" name="Picture 4" descr="render_handov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1051560"/>
            <a:ext cx="4023360" cy="24688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754880" y="3566160"/>
            <a:ext cx="40233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200"/>
              </a:spcAft>
            </a:pPr>
            <a:r>
              <a:rPr sz="1000" b="0" i="0">
                <a:solidFill>
                  <a:srgbClr val="6B6B6B"/>
                </a:solidFill>
                <a:latin typeface="Muli"/>
                <a:ea typeface="Muli"/>
                <a:cs typeface="Muli"/>
              </a:rPr>
              <a:t>robosuite TwoArmHandover. robosuite documentation.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4681728"/>
            <a:ext cx="53492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200"/>
              </a:spcAft>
            </a:pPr>
            <a:r>
              <a:rPr sz="900" b="0" i="0">
                <a:solidFill>
                  <a:srgbClr val="6B6B6B"/>
                </a:solidFill>
                <a:latin typeface="Muli"/>
                <a:ea typeface="Muli"/>
                <a:cs typeface="Muli"/>
              </a:rPr>
              <a:t>Kaifeng Zhang, COMS4733 Lecture 13, Columbia University.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C64EB20-D95A-5B48-80C5-4E3BA91618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C0C6D2-0806-7544-84E2-13A8C37B7D3D}" type="slidenum">
              <a:rPr lang="en-US" smtClean="0"/>
              <a:t>20</a:t>
            </a:fld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384048" y="146304"/>
            <a:ext cx="832104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3600" b="1" i="0">
                <a:solidFill>
                  <a:srgbClr val="262626"/>
                </a:solidFill>
                <a:latin typeface="Muli ExtraBold"/>
                <a:ea typeface="Muli"/>
                <a:cs typeface="Muli"/>
              </a:rPr>
              <a:t>Major robotic simulators</a:t>
            </a:r>
          </a:p>
        </p:txBody>
      </p:sp>
      <p:pic>
        <p:nvPicPr>
          <p:cNvPr id="4" name="Picture 3" descr="mujo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143000"/>
            <a:ext cx="4023360" cy="1005840"/>
          </a:xfrm>
          <a:prstGeom prst="rect">
            <a:avLst/>
          </a:prstGeom>
        </p:spPr>
      </p:pic>
      <p:pic>
        <p:nvPicPr>
          <p:cNvPr id="5" name="Picture 4" descr="isaa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09160" y="1042415"/>
            <a:ext cx="4023360" cy="1207008"/>
          </a:xfrm>
          <a:prstGeom prst="rect">
            <a:avLst/>
          </a:prstGeom>
        </p:spPr>
      </p:pic>
      <p:pic>
        <p:nvPicPr>
          <p:cNvPr id="6" name="Picture 5" descr="sapi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0722" y="2651760"/>
            <a:ext cx="3673435" cy="1554480"/>
          </a:xfrm>
          <a:prstGeom prst="rect">
            <a:avLst/>
          </a:prstGeom>
        </p:spPr>
      </p:pic>
      <p:pic>
        <p:nvPicPr>
          <p:cNvPr id="7" name="Picture 6" descr="genesi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09160" y="2907856"/>
            <a:ext cx="4023360" cy="104228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47472" y="4370832"/>
            <a:ext cx="78638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000" b="0" i="0">
                <a:solidFill>
                  <a:srgbClr val="6B6B6B"/>
                </a:solidFill>
                <a:latin typeface="Muli"/>
                <a:ea typeface="Muli"/>
                <a:cs typeface="Muli"/>
              </a:rPr>
              <a:t>Logos: MuJoCo (Google DeepMind); NVIDIA Isaac Lab; SAPIEN (UCSD); Genesis.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4681728"/>
            <a:ext cx="53492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200"/>
              </a:spcAft>
            </a:pPr>
            <a:r>
              <a:rPr sz="900" b="0" i="0">
                <a:solidFill>
                  <a:srgbClr val="6B6B6B"/>
                </a:solidFill>
                <a:latin typeface="Muli"/>
                <a:ea typeface="Muli"/>
                <a:cs typeface="Muli"/>
              </a:rPr>
              <a:t>Kaifeng Zhang, COMS4733 Lecture 13, Columbia University.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C64EB20-D95A-5B48-80C5-4E3BA91618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C0C6D2-0806-7544-84E2-13A8C37B7D3D}" type="slidenum">
              <a:rPr lang="en-US" smtClean="0"/>
              <a:t>21</a:t>
            </a:fld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384048" y="146304"/>
            <a:ext cx="832104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3600" b="1" i="0">
                <a:solidFill>
                  <a:srgbClr val="262626"/>
                </a:solidFill>
                <a:latin typeface="Muli ExtraBold"/>
                <a:ea typeface="Muli"/>
                <a:cs typeface="Muli"/>
              </a:rPr>
              <a:t>MuJoCo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804672"/>
            <a:ext cx="4297680" cy="3611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700" b="1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Multi-Joint dynamics with Contact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A physics engine for robotics, biomechanics, and machine learning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Written at the University of Washington, 2012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6B6B6B"/>
                </a:solidFill>
                <a:latin typeface="Muli"/>
                <a:ea typeface="Muli"/>
                <a:cs typeface="Muli"/>
              </a:rPr>
              <a:t>      Todorov, Erez, and Tassa, IROS 2012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Sold as Roboti LLC, then acquired by DeepMind in 2021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Open-sourced in 2022 under Apache 2.0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Physics engine: MuJoCo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Rendering: rasterization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09160" y="804672"/>
            <a:ext cx="4023360" cy="3611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700" b="1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Strengths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      •  Fast CPU physics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      •  Smooth contact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      •  Light interface</a:t>
            </a:r>
          </a:p>
          <a:p>
            <a:pPr algn="l">
              <a:spcAft>
                <a:spcPts val="200"/>
              </a:spcAft>
            </a:pPr>
            <a:r>
              <a:rPr sz="1700" b="1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Weaknesses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      •  Limited rendering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      •  Single thread</a:t>
            </a:r>
          </a:p>
          <a:p>
            <a:pPr algn="l">
              <a:spcAft>
                <a:spcPts val="200"/>
              </a:spcAft>
            </a:pPr>
            <a:r>
              <a:rPr sz="1700" b="1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MJX / MJWarp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      •  Multi-thread, GPU acceleration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" y="4443984"/>
            <a:ext cx="76809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000" b="0" i="0">
                <a:solidFill>
                  <a:srgbClr val="6B6B6B"/>
                </a:solidFill>
                <a:latin typeface="Muli"/>
                <a:ea typeface="Muli"/>
                <a:cs typeface="Muli"/>
              </a:rPr>
              <a:t>Wikipedia, “MuJoCo.” Todorov, Erez, and Tassa, IROS 2012.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4681728"/>
            <a:ext cx="53492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200"/>
              </a:spcAft>
            </a:pPr>
            <a:r>
              <a:rPr sz="900" b="0" i="0">
                <a:solidFill>
                  <a:srgbClr val="6B6B6B"/>
                </a:solidFill>
                <a:latin typeface="Muli"/>
                <a:ea typeface="Muli"/>
                <a:cs typeface="Muli"/>
              </a:rPr>
              <a:t>Kaifeng Zhang, COMS4733 Lecture 13, Columbia University.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C64EB20-D95A-5B48-80C5-4E3BA91618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C0C6D2-0806-7544-84E2-13A8C37B7D3D}" type="slidenum">
              <a:rPr lang="en-US" smtClean="0"/>
              <a:t>22</a:t>
            </a:fld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384048" y="146304"/>
            <a:ext cx="832104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3600" b="1" i="0">
                <a:solidFill>
                  <a:srgbClr val="262626"/>
                </a:solidFill>
                <a:latin typeface="Muli ExtraBold"/>
                <a:ea typeface="Muli"/>
                <a:cs typeface="Muli"/>
              </a:rPr>
              <a:t>Other tools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804672"/>
            <a:ext cx="201168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800" b="1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OpenAI Gym  /</a:t>
            </a:r>
          </a:p>
        </p:txBody>
      </p:sp>
      <p:pic>
        <p:nvPicPr>
          <p:cNvPr id="5" name="Picture 4" descr="gymnasiu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8889" y="804672"/>
            <a:ext cx="1714500" cy="457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84048" y="1298448"/>
            <a:ext cx="4160520" cy="28803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An API standard for reinforcement learning</a:t>
            </a:r>
          </a:p>
          <a:p>
            <a:pPr algn="l">
              <a:spcAft>
                <a:spcPts val="200"/>
              </a:spcAft>
            </a:pPr>
            <a:r>
              <a:rPr sz="1800" b="1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Core: Step function</a:t>
            </a:r>
          </a:p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      •  Policy rollout</a:t>
            </a:r>
          </a:p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      •  Env stepping</a:t>
            </a:r>
          </a:p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      •  Obtain observation and reward</a:t>
            </a:r>
          </a:p>
          <a:p>
            <a:pPr algn="l">
              <a:spcAft>
                <a:spcPts val="200"/>
              </a:spcAft>
            </a:pPr>
            <a:r>
              <a:rPr sz="1800" b="1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Also: Render, Make, Reset</a:t>
            </a:r>
          </a:p>
        </p:txBody>
      </p:sp>
      <p:pic>
        <p:nvPicPr>
          <p:cNvPr id="7" name="Picture 6" descr="gym_env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3440" y="786384"/>
            <a:ext cx="4114800" cy="1536192"/>
          </a:xfrm>
          <a:prstGeom prst="rect">
            <a:avLst/>
          </a:prstGeom>
        </p:spPr>
      </p:pic>
      <p:pic>
        <p:nvPicPr>
          <p:cNvPr id="8" name="Picture 7" descr="gym_loo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23679" y="2377440"/>
            <a:ext cx="2394321" cy="21031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663440" y="4517136"/>
            <a:ext cx="4114800" cy="182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200"/>
              </a:spcAft>
            </a:pPr>
            <a:r>
              <a:rPr sz="900" b="0" i="0">
                <a:solidFill>
                  <a:srgbClr val="6B6B6B"/>
                </a:solidFill>
                <a:latin typeface="Muli"/>
                <a:ea typeface="Muli"/>
                <a:cs typeface="Muli"/>
              </a:rPr>
              <a:t>Gymnasium, Farama Foundation. Environment stills from Gymnasium documentation.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4681728"/>
            <a:ext cx="53492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200"/>
              </a:spcAft>
            </a:pPr>
            <a:r>
              <a:rPr sz="900" b="0" i="0">
                <a:solidFill>
                  <a:srgbClr val="6B6B6B"/>
                </a:solidFill>
                <a:latin typeface="Muli"/>
                <a:ea typeface="Muli"/>
                <a:cs typeface="Muli"/>
              </a:rPr>
              <a:t>Kaifeng Zhang, COMS4733 Lecture 13, Columbia University.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 i="0">
                <a:latin typeface="Muli ExtraBold"/>
                <a:ea typeface="Muli ExtraBold"/>
                <a:cs typeface="Muli ExtraBold"/>
              </a:rPr>
              <a:t>Course project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800" b="0" i="0">
                <a:latin typeface="Muli"/>
                <a:ea typeface="Muli"/>
                <a:cs typeface="Muli"/>
              </a:rPr>
              <a:t>Part 3 of 3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C64EB20-D95A-5B48-80C5-4E3BA91618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C0C6D2-0806-7544-84E2-13A8C37B7D3D}" type="slidenum">
              <a:rPr lang="en-US" smtClean="0"/>
              <a:t>25</a:t>
            </a:fld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384048" y="146304"/>
            <a:ext cx="832104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3600" b="1" i="0">
                <a:solidFill>
                  <a:srgbClr val="262626"/>
                </a:solidFill>
                <a:latin typeface="Muli ExtraBold"/>
                <a:ea typeface="Muli"/>
                <a:cs typeface="Muli"/>
              </a:rPr>
              <a:t>Part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749808"/>
            <a:ext cx="4434840" cy="2926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A robotics library built on MuJoCo.</a:t>
            </a:r>
          </a:p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It provides:</a:t>
            </a:r>
          </a:p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Ready-made robot arms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      Panda, XArm7, UR5e, …</a:t>
            </a:r>
          </a:p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Ready-made manipulation tasks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      Lift, Pick-and-Place, Assembly, …</a:t>
            </a:r>
          </a:p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Cameras, sensors, and a standard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      observation / action interface</a:t>
            </a:r>
          </a:p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Built-in scenes to test as-is,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      or change a little and retest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937760" y="1051560"/>
            <a:ext cx="3822191" cy="132588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2700">
            <a:solidFill>
              <a:srgbClr val="D5DC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47488" y="1188720"/>
            <a:ext cx="3611880" cy="1097280"/>
          </a:xfrm>
          <a:prstGeom prst="rect">
            <a:avLst/>
          </a:prstGeom>
          <a:noFill/>
        </p:spPr>
        <p:txBody>
          <a:bodyPr wrap="none" anchor="t"/>
          <a:lstStyle/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obs = env.reset()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obs, reward, done, info =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    env.step(action)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" y="4370832"/>
            <a:ext cx="566928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000" b="0" i="0">
                <a:solidFill>
                  <a:srgbClr val="6B6B6B"/>
                </a:solidFill>
                <a:latin typeface="Muli"/>
                <a:ea typeface="Muli"/>
                <a:cs typeface="Muli"/>
              </a:rPr>
              <a:t>Zhu et al., robosuite. arXiv:2009.12293, 2020. 2017 Stanford SVL; now ARISE.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4681728"/>
            <a:ext cx="53492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200"/>
              </a:spcAft>
            </a:pPr>
            <a:r>
              <a:rPr sz="900" b="0" i="0">
                <a:solidFill>
                  <a:srgbClr val="6B6B6B"/>
                </a:solidFill>
                <a:latin typeface="Muli"/>
                <a:ea typeface="Muli"/>
                <a:cs typeface="Muli"/>
              </a:rPr>
              <a:t>Notebook: hri_handover_tutorial.ipynb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C64EB20-D95A-5B48-80C5-4E3BA91618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C0C6D2-0806-7544-84E2-13A8C37B7D3D}" type="slidenum">
              <a:rPr lang="en-US" smtClean="0"/>
              <a:t>26</a:t>
            </a:fld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384048" y="146304"/>
            <a:ext cx="832104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3600" b="1" i="0">
                <a:solidFill>
                  <a:srgbClr val="262626"/>
                </a:solidFill>
                <a:latin typeface="Muli ExtraBold"/>
                <a:ea typeface="Muli"/>
                <a:cs typeface="Muli"/>
              </a:rPr>
              <a:t>Part 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804672"/>
            <a:ext cx="4892040" cy="361188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2700">
            <a:solidFill>
              <a:srgbClr val="D5DC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914400"/>
            <a:ext cx="4663440" cy="3429000"/>
          </a:xfrm>
          <a:prstGeom prst="rect">
            <a:avLst/>
          </a:prstGeom>
          <a:noFill/>
        </p:spPr>
        <p:txBody>
          <a:bodyPr wrap="none" anchor="t"/>
          <a:lstStyle/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env = suite.make(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    env_name="HumanRobotHandover",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    robots="XArm7Handover",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    has_renderer=False,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    has_offscreen_renderer=True,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    use_camera_obs=True,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    horizon=300,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    control_freq=20,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    reward_shaping=False,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    initialization_noise=None,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    seed=0,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    hard_reset=False,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)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env.start_holding = True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94960" y="841248"/>
            <a:ext cx="3383280" cy="3611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One XArm7, hammer in hand</a:t>
            </a:r>
          </a:p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20 Hz, 300 steps, 15 s</a:t>
            </a:r>
          </a:p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Headless images in memory</a:t>
            </a:r>
          </a:p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Cameras on for the tour</a:t>
            </a:r>
          </a:p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Sparse reward at first</a:t>
            </a:r>
          </a:p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seed=0, held start pose</a:t>
            </a:r>
          </a:p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Later: cameras off,</a:t>
            </a:r>
          </a:p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      reward_shaping=True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4681728"/>
            <a:ext cx="53492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200"/>
              </a:spcAft>
            </a:pPr>
            <a:r>
              <a:rPr sz="900" b="0" i="0">
                <a:solidFill>
                  <a:srgbClr val="6B6B6B"/>
                </a:solidFill>
                <a:latin typeface="Muli"/>
                <a:ea typeface="Muli"/>
                <a:cs typeface="Muli"/>
              </a:rPr>
              <a:t>Notebook: hri_handover_tutorial.ipynb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>
            <a:extLst>
              <a:ext uri="{FF2B5EF4-FFF2-40B4-BE49-F238E27FC236}">
                <a16:creationId xmlns:a16="http://schemas.microsoft.com/office/drawing/2014/main" id="{A26B28D1-AE82-6440-B2E0-58C24FE95A0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3600" dirty="0"/>
              <a:t>Thank you!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BA9B2EA-9EFD-C14B-A5B9-D71CC7B35E8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913922" y="2499742"/>
            <a:ext cx="3770923" cy="494811"/>
          </a:xfrm>
        </p:spPr>
        <p:txBody>
          <a:bodyPr/>
          <a:lstStyle/>
          <a:p>
            <a:r>
              <a:rPr lang="en-US" dirty="0"/>
              <a:t>For further information: xx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C64EB20-D95A-5B48-80C5-4E3BA91618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C0C6D2-0806-7544-84E2-13A8C37B7D3D}" type="slidenum">
              <a:rPr lang="en-US" smtClean="0"/>
              <a:t>24</a:t>
            </a:fld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384048" y="146304"/>
            <a:ext cx="832104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3600" b="1" i="0">
                <a:solidFill>
                  <a:srgbClr val="262626"/>
                </a:solidFill>
                <a:latin typeface="Muli ExtraBold"/>
                <a:ea typeface="Muli"/>
                <a:cs typeface="Muli"/>
              </a:rPr>
              <a:t>Part 0 — Setup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694944"/>
            <a:ext cx="429768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003366"/>
                </a:solidFill>
                <a:latin typeface="Muli"/>
                <a:ea typeface="Muli"/>
                <a:cs typeface="Muli"/>
              </a:rPr>
              <a:t>Hardware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896112"/>
            <a:ext cx="4297680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macOS, Linux, or Windows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8 GB RAM, a few GB of disk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GPU optional; CPU is enough to open the notebook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" y="1554480"/>
            <a:ext cx="429768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003366"/>
                </a:solidFill>
                <a:latin typeface="Muli"/>
                <a:ea typeface="Muli"/>
                <a:cs typeface="Muli"/>
              </a:rPr>
              <a:t>Get the repo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" y="1755648"/>
            <a:ext cx="4297680" cy="822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Clone CourseProj from GitHub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Conda, Python 3.10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pip installs local robosuite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Then open the notebook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4048" y="2615184"/>
            <a:ext cx="4297680" cy="1481328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2700">
            <a:solidFill>
              <a:srgbClr val="D5DC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" y="2688336"/>
            <a:ext cx="4114800" cy="1353312"/>
          </a:xfrm>
          <a:prstGeom prst="rect">
            <a:avLst/>
          </a:prstGeom>
          <a:noFill/>
        </p:spPr>
        <p:txBody>
          <a:bodyPr wrap="none" anchor="t"/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git clone https://github.com/RentonRen/CourseProj.git</a:t>
            </a:r>
          </a:p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cd CourseProj</a:t>
            </a:r>
          </a:p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conda create -n courseproj python=3.10</a:t>
            </a:r>
          </a:p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conda activate courseproj</a:t>
            </a:r>
          </a:p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pip install -r requirements.txt</a:t>
            </a:r>
          </a:p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jupyter notebook hri_handover_tutorial.ipynb</a:t>
            </a:r>
          </a:p>
        </p:txBody>
      </p:sp>
      <p:pic>
        <p:nvPicPr>
          <p:cNvPr id="10" name="Picture 9" descr="part0_impor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73168" y="1191510"/>
            <a:ext cx="3986784" cy="246329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773168" y="4151376"/>
            <a:ext cx="3986784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200"/>
              </a:spcAft>
            </a:pPr>
            <a:r>
              <a:rPr sz="1000" b="0" i="0">
                <a:solidFill>
                  <a:srgbClr val="6B6B6B"/>
                </a:solidFill>
                <a:latin typeface="Muli"/>
                <a:ea typeface="Muli"/>
                <a:cs typeface="Muli"/>
              </a:rPr>
              <a:t>Part 0 of hri_handover_tutorial.ipynb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" y="4133087"/>
            <a:ext cx="429768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000" b="0" i="0">
                <a:solidFill>
                  <a:srgbClr val="6B6B6B"/>
                </a:solidFill>
                <a:latin typeface="Muli"/>
                <a:ea typeface="Muli"/>
                <a:cs typeface="Muli"/>
              </a:rPr>
              <a:t>Windows: create C:\tmp, copy mujoco.dll into robosuite/utils,</a:t>
            </a:r>
          </a:p>
          <a:p>
            <a:pPr algn="l">
              <a:spcAft>
                <a:spcPts val="200"/>
              </a:spcAft>
            </a:pPr>
            <a:r>
              <a:rPr sz="1000" b="0" i="0">
                <a:solidFill>
                  <a:srgbClr val="6B6B6B"/>
                </a:solidFill>
                <a:latin typeface="Muli"/>
                <a:ea typeface="Muli"/>
                <a:cs typeface="Muli"/>
              </a:rPr>
              <a:t>set MUJOCO_GL=wgl.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4681728"/>
            <a:ext cx="53492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200"/>
              </a:spcAft>
            </a:pPr>
            <a:r>
              <a:rPr sz="900" b="0" i="0">
                <a:solidFill>
                  <a:srgbClr val="6B6B6B"/>
                </a:solidFill>
                <a:latin typeface="Muli"/>
                <a:ea typeface="Muli"/>
                <a:cs typeface="Muli"/>
              </a:rPr>
              <a:t>Notebook: hri_handover_tutorial.ipynb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>
            <a:extLst>
              <a:ext uri="{FF2B5EF4-FFF2-40B4-BE49-F238E27FC236}">
                <a16:creationId xmlns:a16="http://schemas.microsoft.com/office/drawing/2014/main" id="{A26B28D1-AE82-6440-B2E0-58C24FE95A0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3600" dirty="0"/>
              <a:t>Q &amp; A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BA9B2EA-9EFD-C14B-A5B9-D71CC7B35E8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913922" y="2499742"/>
            <a:ext cx="3770923" cy="494811"/>
          </a:xfrm>
        </p:spPr>
        <p:txBody>
          <a:bodyPr/>
          <a:lstStyle/>
          <a:p>
            <a:r>
              <a:rPr lang="en-US" dirty="0"/>
              <a:t/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over and End Slide Master">
  <a:themeElements>
    <a:clrScheme name="Custom 4 1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3DA9D5"/>
      </a:accent1>
      <a:accent2>
        <a:srgbClr val="3DA9D5"/>
      </a:accent2>
      <a:accent3>
        <a:srgbClr val="3DA9D5"/>
      </a:accent3>
      <a:accent4>
        <a:srgbClr val="3DA9D5"/>
      </a:accent4>
      <a:accent5>
        <a:srgbClr val="3DA9D5"/>
      </a:accent5>
      <a:accent6>
        <a:srgbClr val="3DA9D5"/>
      </a:accent6>
      <a:hlink>
        <a:srgbClr val="000000"/>
      </a:hlink>
      <a:folHlink>
        <a:srgbClr val="000000"/>
      </a:folHlink>
    </a:clrScheme>
    <a:fontScheme name="ALLPPT FONT">
      <a:majorFont>
        <a:latin typeface="Arial"/>
        <a:ea typeface="Arial Unicode MS"/>
        <a:cs typeface=""/>
      </a:majorFont>
      <a:minorFont>
        <a:latin typeface="Arial"/>
        <a:ea typeface="Arial Unicode MS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ontents Slide Master">
  <a:themeElements>
    <a:clrScheme name="ALLPPT-COLOR-A02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0DD2D9"/>
      </a:accent1>
      <a:accent2>
        <a:srgbClr val="0DD2D9"/>
      </a:accent2>
      <a:accent3>
        <a:srgbClr val="0DD2D9"/>
      </a:accent3>
      <a:accent4>
        <a:srgbClr val="0DD2D9"/>
      </a:accent4>
      <a:accent5>
        <a:srgbClr val="0DD2D9"/>
      </a:accent5>
      <a:accent6>
        <a:srgbClr val="0DD2D9"/>
      </a:accent6>
      <a:hlink>
        <a:srgbClr val="000000"/>
      </a:hlink>
      <a:folHlink>
        <a:srgbClr val="000000"/>
      </a:folHlink>
    </a:clrScheme>
    <a:fontScheme name="ALLPPT FONT">
      <a:majorFont>
        <a:latin typeface="Arial"/>
        <a:ea typeface="Arial Unicode MS"/>
        <a:cs typeface=""/>
      </a:majorFont>
      <a:minorFont>
        <a:latin typeface="Arial"/>
        <a:ea typeface="Arial Unicode MS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0DD2D9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</a:theme>
</file>

<file path=ppt/theme/theme3.xml><?xml version="1.0" encoding="utf-8"?>
<a:theme xmlns:a="http://schemas.openxmlformats.org/drawingml/2006/main" name="Section Break Slide Master">
  <a:themeElements>
    <a:clrScheme name="ALLPPT-COLOR-A02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0DD2D9"/>
      </a:accent1>
      <a:accent2>
        <a:srgbClr val="0DD2D9"/>
      </a:accent2>
      <a:accent3>
        <a:srgbClr val="0DD2D9"/>
      </a:accent3>
      <a:accent4>
        <a:srgbClr val="0DD2D9"/>
      </a:accent4>
      <a:accent5>
        <a:srgbClr val="0DD2D9"/>
      </a:accent5>
      <a:accent6>
        <a:srgbClr val="0DD2D9"/>
      </a:accent6>
      <a:hlink>
        <a:srgbClr val="000000"/>
      </a:hlink>
      <a:folHlink>
        <a:srgbClr val="000000"/>
      </a:folHlink>
    </a:clrScheme>
    <a:fontScheme name="ALLPPT FONT">
      <a:majorFont>
        <a:latin typeface="Arial"/>
        <a:ea typeface="Arial Unicode MS"/>
        <a:cs typeface=""/>
      </a:majorFont>
      <a:minorFont>
        <a:latin typeface="Arial"/>
        <a:ea typeface="Arial Unicode MS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0DD2D9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</a:theme>
</file>

<file path=ppt/theme/theme4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1_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6.xml><?xml version="1.0" encoding="utf-8"?>
<a:theme xmlns:a="http://schemas.openxmlformats.org/drawingml/2006/main" name="2_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7.xml><?xml version="1.0" encoding="utf-8"?>
<a:theme xmlns:a="http://schemas.openxmlformats.org/drawingml/2006/main" name="3_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8.xml><?xml version="1.0" encoding="utf-8"?>
<a:theme xmlns:a="http://schemas.openxmlformats.org/drawingml/2006/main" name="7_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9.xml><?xml version="1.0" encoding="utf-8"?>
<a:theme xmlns:a="http://schemas.openxmlformats.org/drawingml/2006/main" name="4_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0.xml><?xml version="1.0" encoding="utf-8"?>
<a:theme xmlns:a="http://schemas.openxmlformats.org/drawingml/2006/main" name="5_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1.xml><?xml version="1.0" encoding="utf-8"?>
<a:theme xmlns:a="http://schemas.openxmlformats.org/drawingml/2006/main" name="6_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2.xml><?xml version="1.0" encoding="utf-8"?>
<a:theme xmlns:a="http://schemas.openxmlformats.org/drawingml/2006/main" name="8_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1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4037</TotalTime>
  <Words>445</Words>
  <Application>Microsoft Macintosh PowerPoint</Application>
  <PresentationFormat>On-screen Show (16:9)</PresentationFormat>
  <Paragraphs>68</Paragraphs>
  <Slides>17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12</vt:i4>
      </vt:variant>
      <vt:variant>
        <vt:lpstr>Slide Titles</vt:lpstr>
      </vt:variant>
      <vt:variant>
        <vt:i4>17</vt:i4>
      </vt:variant>
    </vt:vector>
  </HeadingPairs>
  <TitlesOfParts>
    <vt:vector size="38" baseType="lpstr">
      <vt:lpstr>맑은 고딕</vt:lpstr>
      <vt:lpstr>Muli Black</vt:lpstr>
      <vt:lpstr>Muli ExtraBold</vt:lpstr>
      <vt:lpstr>Arial</vt:lpstr>
      <vt:lpstr>Calibri</vt:lpstr>
      <vt:lpstr>Muli</vt:lpstr>
      <vt:lpstr>Muli Bold</vt:lpstr>
      <vt:lpstr>Muli Light</vt:lpstr>
      <vt:lpstr>Wingdings</vt:lpstr>
      <vt:lpstr>Cover and End Slide Master</vt:lpstr>
      <vt:lpstr>Contents Slide Master</vt:lpstr>
      <vt:lpstr>Section Break Slide Master</vt:lpstr>
      <vt:lpstr>Custom Design</vt:lpstr>
      <vt:lpstr>1_Custom Design</vt:lpstr>
      <vt:lpstr>2_Custom Design</vt:lpstr>
      <vt:lpstr>3_Custom Design</vt:lpstr>
      <vt:lpstr>7_Custom Design</vt:lpstr>
      <vt:lpstr>4_Custom Design</vt:lpstr>
      <vt:lpstr>5_Custom Design</vt:lpstr>
      <vt:lpstr>6_Custom Design</vt:lpstr>
      <vt:lpstr>8_Custom Design</vt:lpstr>
      <vt:lpstr>Cover Style 01 PRESENTATION TITLE</vt:lpstr>
      <vt:lpstr>Cover Style 02 PRESENTATION TITLE</vt:lpstr>
      <vt:lpstr>PowerPoint Presentation</vt:lpstr>
      <vt:lpstr>PowerPoint Presentation</vt:lpstr>
      <vt:lpstr>PowerPoint Presentation</vt:lpstr>
      <vt:lpstr>PowerPoint Presentation</vt:lpstr>
      <vt:lpstr>Add title</vt:lpstr>
      <vt:lpstr>PowerPoint Presentation</vt:lpstr>
      <vt:lpstr>PowerPoint Presentation</vt:lpstr>
      <vt:lpstr>Add title</vt:lpstr>
      <vt:lpstr>PowerPoint Presentation</vt:lpstr>
      <vt:lpstr>PowerPoint Presentation</vt:lpstr>
      <vt:lpstr>Add title</vt:lpstr>
      <vt:lpstr>Add title</vt:lpstr>
      <vt:lpstr>Add title</vt:lpstr>
      <vt:lpstr>Thank you!</vt:lpstr>
      <vt:lpstr>Q &amp; A</vt:lpstr>
    </vt:vector>
  </TitlesOfParts>
  <Company>Microsoft Corporation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googleslidesppt.com;allppt.com</dc:creator>
  <cp:lastModifiedBy>Gareth K K LAI</cp:lastModifiedBy>
  <cp:revision>207</cp:revision>
  <dcterms:created xsi:type="dcterms:W3CDTF">2016-11-07T07:00:36Z</dcterms:created>
  <dcterms:modified xsi:type="dcterms:W3CDTF">2020-05-05T02:51:07Z</dcterms:modified>
</cp:coreProperties>
</file>