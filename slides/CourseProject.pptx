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1" r:id="rId1"/>
    <p:sldMasterId id="2147483659" r:id="rId2"/>
    <p:sldMasterId id="2147483664" r:id="rId3"/>
    <p:sldMasterId id="2147483697" r:id="rId4"/>
    <p:sldMasterId id="2147483700" r:id="rId5"/>
    <p:sldMasterId id="2147483703" r:id="rId6"/>
    <p:sldMasterId id="2147483706" r:id="rId7"/>
    <p:sldMasterId id="2147483725" r:id="rId8"/>
    <p:sldMasterId id="2147483711" r:id="rId9"/>
    <p:sldMasterId id="2147483720" r:id="rId10"/>
    <p:sldMasterId id="2147483722" r:id="rId11"/>
    <p:sldMasterId id="2147483741" r:id="rId12"/>
  </p:sldMasterIdLst>
  <p:notesMasterIdLst>
    <p:notesMasterId r:id="rId30"/>
  </p:notesMasterIdLst>
  <p:handoutMasterIdLst>
    <p:handoutMasterId r:id="rId31"/>
  </p:handoutMasterIdLst>
  <p:sldIdLst>
    <p:sldId id="256" r:id="rId13"/>
    <p:sldId id="342" r:id="rId36"/>
    <p:sldId id="343" r:id="rId37"/>
    <p:sldId id="344" r:id="rId38"/>
    <p:sldId id="345" r:id="rId39"/>
    <p:sldId id="346" r:id="rId40"/>
    <p:sldId id="347" r:id="rId41"/>
    <p:sldId id="348" r:id="rId42"/>
    <p:sldId id="349" r:id="rId43"/>
    <p:sldId id="350" r:id="rId44"/>
    <p:sldId id="351" r:id="rId45"/>
    <p:sldId id="352" r:id="rId46"/>
    <p:sldId id="353" r:id="rId47"/>
    <p:sldId id="354" r:id="rId48"/>
    <p:sldId id="355" r:id="rId49"/>
    <p:sldId id="356" r:id="rId50"/>
    <p:sldId id="357" r:id="rId51"/>
    <p:sldId id="358" r:id="rId52"/>
    <p:sldId id="359" r:id="rId53"/>
    <p:sldId id="360" r:id="rId54"/>
    <p:sldId id="361" r:id="rId55"/>
    <p:sldId id="362" r:id="rId56"/>
    <p:sldId id="363" r:id="rId57"/>
    <p:sldId id="364" r:id="rId58"/>
    <p:sldId id="365" r:id="rId59"/>
    <p:sldId id="366" r:id="rId60"/>
    <p:sldId id="367" r:id="rId6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47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79"/>
    <a:srgbClr val="D7A800"/>
    <a:srgbClr val="D6D6D6"/>
    <a:srgbClr val="AA7900"/>
    <a:srgbClr val="0096FF"/>
    <a:srgbClr val="00AAD6"/>
    <a:srgbClr val="0DD2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16" autoAdjust="0"/>
    <p:restoredTop sz="95185"/>
  </p:normalViewPr>
  <p:slideViewPr>
    <p:cSldViewPr showGuides="1">
      <p:cViewPr varScale="1">
        <p:scale>
          <a:sx n="148" d="100"/>
          <a:sy n="148" d="100"/>
        </p:scale>
        <p:origin x="816" y="184"/>
      </p:cViewPr>
      <p:guideLst>
        <p:guide orient="horz" pos="1847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141" d="100"/>
          <a:sy n="141" d="100"/>
        </p:scale>
        <p:origin x="4112" y="2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" Target="slides/slide1.xml"/><Relationship Id="rId30" Type="http://schemas.openxmlformats.org/officeDocument/2006/relationships/notesMaster" Target="notesMasters/notesMaster1.xml"/><Relationship Id="rId31" Type="http://schemas.openxmlformats.org/officeDocument/2006/relationships/handoutMaster" Target="handoutMasters/handout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18.xml"/><Relationship Id="rId37" Type="http://schemas.openxmlformats.org/officeDocument/2006/relationships/slide" Target="slides/slide19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23.xml"/><Relationship Id="rId42" Type="http://schemas.openxmlformats.org/officeDocument/2006/relationships/slide" Target="slides/slide24.xml"/><Relationship Id="rId43" Type="http://schemas.openxmlformats.org/officeDocument/2006/relationships/slide" Target="slides/slide25.xml"/><Relationship Id="rId44" Type="http://schemas.openxmlformats.org/officeDocument/2006/relationships/slide" Target="slides/slide26.xml"/><Relationship Id="rId45" Type="http://schemas.openxmlformats.org/officeDocument/2006/relationships/slide" Target="slides/slide27.xml"/><Relationship Id="rId46" Type="http://schemas.openxmlformats.org/officeDocument/2006/relationships/slide" Target="slides/slide28.xml"/><Relationship Id="rId47" Type="http://schemas.openxmlformats.org/officeDocument/2006/relationships/slide" Target="slides/slide29.xml"/><Relationship Id="rId48" Type="http://schemas.openxmlformats.org/officeDocument/2006/relationships/slide" Target="slides/slide30.xml"/><Relationship Id="rId49" Type="http://schemas.openxmlformats.org/officeDocument/2006/relationships/slide" Target="slides/slide31.xml"/><Relationship Id="rId50" Type="http://schemas.openxmlformats.org/officeDocument/2006/relationships/slide" Target="slides/slide32.xml"/><Relationship Id="rId51" Type="http://schemas.openxmlformats.org/officeDocument/2006/relationships/slide" Target="slides/slide33.xml"/><Relationship Id="rId52" Type="http://schemas.openxmlformats.org/officeDocument/2006/relationships/slide" Target="slides/slide34.xml"/><Relationship Id="rId53" Type="http://schemas.openxmlformats.org/officeDocument/2006/relationships/slide" Target="slides/slide35.xml"/><Relationship Id="rId54" Type="http://schemas.openxmlformats.org/officeDocument/2006/relationships/slide" Target="slides/slide36.xml"/><Relationship Id="rId55" Type="http://schemas.openxmlformats.org/officeDocument/2006/relationships/slide" Target="slides/slide37.xml"/><Relationship Id="rId56" Type="http://schemas.openxmlformats.org/officeDocument/2006/relationships/slide" Target="slides/slide38.xml"/><Relationship Id="rId57" Type="http://schemas.openxmlformats.org/officeDocument/2006/relationships/slide" Target="slides/slide39.xml"/><Relationship Id="rId58" Type="http://schemas.openxmlformats.org/officeDocument/2006/relationships/slide" Target="slides/slide40.xml"/><Relationship Id="rId59" Type="http://schemas.openxmlformats.org/officeDocument/2006/relationships/slide" Target="slides/slide41.xml"/><Relationship Id="rId60" Type="http://schemas.openxmlformats.org/officeDocument/2006/relationships/slide" Target="slides/slide42.xml"/><Relationship Id="rId61" Type="http://schemas.openxmlformats.org/officeDocument/2006/relationships/slide" Target="slides/slide4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E1E857-FA80-42FD-B162-41B2A2E1E1C0}" type="datetimeFigureOut">
              <a:rPr lang="ko-KR" altLang="en-US" smtClean="0"/>
              <a:t>2020. 5. 5.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45F6BE-D3C4-49DD-B713-542D433C8B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50082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03F161-EA16-4540-AD6C-54BDB9687A6A}" type="datetimeFigureOut">
              <a:rPr lang="ko-KR" altLang="en-US" smtClean="0"/>
              <a:t>2020. 5. 5.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AAE9C2-5881-4A10-94B1-2302DB8795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359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AAE9C2-5881-4A10-94B1-2302DB8795F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396257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1.jpg"/><Relationship Id="rId3" Type="http://schemas.openxmlformats.org/officeDocument/2006/relationships/image" Target="../media/image12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3.jpg"/><Relationship Id="rId3" Type="http://schemas.openxmlformats.org/officeDocument/2006/relationships/image" Target="../media/image12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4.jpg"/><Relationship Id="rId3" Type="http://schemas.openxmlformats.org/officeDocument/2006/relationships/image" Target="../media/image12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5.jpg"/><Relationship Id="rId3" Type="http://schemas.openxmlformats.org/officeDocument/2006/relationships/image" Target="../media/image12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6.jpg"/><Relationship Id="rId3" Type="http://schemas.openxmlformats.org/officeDocument/2006/relationships/image" Target="../media/image12.emf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7.jpg"/><Relationship Id="rId3" Type="http://schemas.openxmlformats.org/officeDocument/2006/relationships/image" Target="../media/image12.emf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8.jpeg"/><Relationship Id="rId3" Type="http://schemas.openxmlformats.org/officeDocument/2006/relationships/image" Target="../media/image12.emf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9.jpg"/><Relationship Id="rId3" Type="http://schemas.openxmlformats.org/officeDocument/2006/relationships/image" Target="../media/image12.emf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0.jpg"/><Relationship Id="rId3" Type="http://schemas.openxmlformats.org/officeDocument/2006/relationships/image" Target="../media/image12.emf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3.jpg"/><Relationship Id="rId3" Type="http://schemas.openxmlformats.org/officeDocument/2006/relationships/image" Target="../media/image12.emf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1.jpg"/><Relationship Id="rId3" Type="http://schemas.openxmlformats.org/officeDocument/2006/relationships/image" Target="../media/image12.emf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2.jpeg"/><Relationship Id="rId3" Type="http://schemas.openxmlformats.org/officeDocument/2006/relationships/image" Target="../media/image12.em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3.jpeg"/><Relationship Id="rId3" Type="http://schemas.openxmlformats.org/officeDocument/2006/relationships/image" Target="../media/image12.em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2.em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11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24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25.jpe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rowd of people in a room&#10;&#10;Description automatically generated">
            <a:extLst>
              <a:ext uri="{FF2B5EF4-FFF2-40B4-BE49-F238E27FC236}">
                <a16:creationId xmlns:a16="http://schemas.microsoft.com/office/drawing/2014/main" id="{B1B0CE4E-6285-924C-9736-9FE7C2C63C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33" b="16539"/>
          <a:stretch/>
        </p:blipFill>
        <p:spPr>
          <a:xfrm>
            <a:off x="0" y="0"/>
            <a:ext cx="9143998" cy="4011910"/>
          </a:xfrm>
          <a:prstGeom prst="rect">
            <a:avLst/>
          </a:prstGeom>
        </p:spPr>
      </p:pic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AC64DFBE-D021-44BF-84ED-0689DA97925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4563555"/>
            <a:ext cx="9143999" cy="432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Sub-title description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8088BE3-25C4-4317-8E12-7D1A9D0903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4011910"/>
            <a:ext cx="9143998" cy="540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PRESENTATION TITLE</a:t>
            </a:r>
            <a:endParaRPr lang="ko-KR" alt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6DA6C4-A7B4-1943-A96C-7E2CA31D830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195486"/>
            <a:ext cx="1440160" cy="348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641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-1" y="3003550"/>
            <a:ext cx="9144001" cy="2139950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755576" y="2157550"/>
            <a:ext cx="1692000" cy="1692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0" y="51471"/>
            <a:ext cx="9144000" cy="648071"/>
          </a:xfrm>
          <a:prstGeom prst="rect">
            <a:avLst/>
          </a:prstGeom>
        </p:spPr>
        <p:txBody>
          <a:bodyPr anchor="ctr"/>
          <a:lstStyle>
            <a:lvl1pPr algn="ctr"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AFCF31D-C6CE-4C4C-AE5A-2A4429FEF2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699566"/>
            <a:ext cx="9143999" cy="216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This text con be replaced with your own text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1251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9566664-172B-E545-9B8D-8AF7E379AC60}"/>
              </a:ext>
            </a:extLst>
          </p:cNvPr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39A35E1-5DE3-3D4E-A726-485BB6AD30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553F90-4249-1D4E-90B4-616FA52284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0545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5BFAAE-CBCE-7C4A-8BF2-85DCB841484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6912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619671" cy="5143500"/>
          </a:xfrm>
          <a:prstGeom prst="rect">
            <a:avLst/>
          </a:prstGeom>
          <a:gradFill>
            <a:gsLst>
              <a:gs pos="42000">
                <a:srgbClr val="F6F6F6">
                  <a:lumMod val="97000"/>
                </a:srgbClr>
              </a:gs>
              <a:gs pos="0">
                <a:schemeClr val="bg1">
                  <a:lumMod val="92000"/>
                </a:schemeClr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1584000" y="25735"/>
            <a:ext cx="7560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Free PPT _ Click to add title</a:t>
            </a:r>
            <a:endParaRPr lang="ko-KR" altLang="en-US" dirty="0"/>
          </a:p>
        </p:txBody>
      </p:sp>
      <p:cxnSp>
        <p:nvCxnSpPr>
          <p:cNvPr id="9" name="Straight Arrow Connector 8"/>
          <p:cNvCxnSpPr/>
          <p:nvPr userDrawn="1"/>
        </p:nvCxnSpPr>
        <p:spPr>
          <a:xfrm>
            <a:off x="711746" y="4940462"/>
            <a:ext cx="8432254" cy="0"/>
          </a:xfrm>
          <a:prstGeom prst="straightConnector1">
            <a:avLst/>
          </a:prstGeom>
          <a:ln w="12700">
            <a:solidFill>
              <a:schemeClr val="tx2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5A9E0C0-02B8-3844-88E5-BDBFF09383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209" y="3853173"/>
            <a:ext cx="771074" cy="109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141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3776326" y="1262118"/>
            <a:ext cx="1584176" cy="19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1" y="0"/>
            <a:ext cx="9108504" cy="828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cs typeface="Arial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9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2179884" y="1352118"/>
            <a:ext cx="144016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0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723433" y="1437715"/>
            <a:ext cx="1296144" cy="1619999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1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5516784" y="1352118"/>
            <a:ext cx="144016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3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7113226" y="1442119"/>
            <a:ext cx="1296144" cy="1619999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18D9C76-6752-A14B-B8F2-B31FF121D2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674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180000" y="179550"/>
            <a:ext cx="8784000" cy="47844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844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720000" y="442505"/>
            <a:ext cx="7704000" cy="4281359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3275856" y="0"/>
            <a:ext cx="2592288" cy="51435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23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0" y="1635646"/>
            <a:ext cx="4217146" cy="2310733"/>
          </a:xfrm>
          <a:prstGeom prst="rect">
            <a:avLst/>
          </a:prstGeom>
        </p:spPr>
      </p:pic>
      <p:sp>
        <p:nvSpPr>
          <p:cNvPr id="9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1357764" y="1731146"/>
            <a:ext cx="2952328" cy="19057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26D06D2-3BBC-5042-B698-D316C23EE5B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724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2555776" y="1263998"/>
            <a:ext cx="2772000" cy="345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733752" y="1263998"/>
            <a:ext cx="1835776" cy="1728192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733752" y="2991806"/>
            <a:ext cx="1835776" cy="172819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C19D44-8FE7-6E49-B8DA-0E022CD5E4B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815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2411760" y="3939902"/>
            <a:ext cx="2160240" cy="1203598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4571760" y="0"/>
            <a:ext cx="2160240" cy="1203598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2411760" y="0"/>
            <a:ext cx="2160000" cy="39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4572240" y="1183500"/>
            <a:ext cx="2160000" cy="39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28719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026" name="Picture 2" descr="D:\Fullppt\005-PNG이미지\모니터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311484"/>
            <a:ext cx="3394308" cy="3384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675616" y="1443924"/>
            <a:ext cx="3104295" cy="21359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FD8F06A-D43B-0946-8B96-82583F6175D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7808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 userDrawn="1"/>
        </p:nvSpPr>
        <p:spPr>
          <a:xfrm>
            <a:off x="0" y="2890433"/>
            <a:ext cx="9144000" cy="2253067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Group 14"/>
          <p:cNvGrpSpPr/>
          <p:nvPr userDrawn="1"/>
        </p:nvGrpSpPr>
        <p:grpSpPr>
          <a:xfrm>
            <a:off x="920696" y="1552933"/>
            <a:ext cx="1298551" cy="2242953"/>
            <a:chOff x="2627784" y="1825002"/>
            <a:chExt cx="1198166" cy="2069560"/>
          </a:xfrm>
        </p:grpSpPr>
        <p:sp>
          <p:nvSpPr>
            <p:cNvPr id="9" name="Rounded Rectangle 8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13" name="Oval 12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Rounded Rectangle 13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7" name="Picture Placeholder 2"/>
          <p:cNvSpPr>
            <a:spLocks noGrp="1"/>
          </p:cNvSpPr>
          <p:nvPr userDrawn="1">
            <p:ph type="pic" idx="1" hasCustomPrompt="1"/>
          </p:nvPr>
        </p:nvSpPr>
        <p:spPr>
          <a:xfrm>
            <a:off x="994588" y="1742834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2910527" y="2088604"/>
            <a:ext cx="1298551" cy="2242953"/>
            <a:chOff x="2627784" y="1825002"/>
            <a:chExt cx="1198166" cy="2069560"/>
          </a:xfrm>
        </p:grpSpPr>
        <p:sp>
          <p:nvSpPr>
            <p:cNvPr id="17" name="Rounded Rectangle 16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9" name="Group 18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20" name="Oval 19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1" name="Rounded Rectangle 20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22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2984419" y="2291784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23" name="Group 22"/>
          <p:cNvGrpSpPr/>
          <p:nvPr userDrawn="1"/>
        </p:nvGrpSpPr>
        <p:grpSpPr>
          <a:xfrm>
            <a:off x="4900358" y="1383368"/>
            <a:ext cx="1298551" cy="2242953"/>
            <a:chOff x="2627784" y="1825002"/>
            <a:chExt cx="1198166" cy="2069560"/>
          </a:xfrm>
        </p:grpSpPr>
        <p:sp>
          <p:nvSpPr>
            <p:cNvPr id="24" name="Rounded Rectangle 23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6" name="Group 25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27" name="Oval 26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" name="Rounded Rectangle 27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29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4974250" y="1586548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30" name="Group 29"/>
          <p:cNvGrpSpPr/>
          <p:nvPr userDrawn="1"/>
        </p:nvGrpSpPr>
        <p:grpSpPr>
          <a:xfrm>
            <a:off x="6890188" y="2345021"/>
            <a:ext cx="1298551" cy="2242953"/>
            <a:chOff x="2627784" y="1825002"/>
            <a:chExt cx="1198166" cy="2069560"/>
          </a:xfrm>
        </p:grpSpPr>
        <p:sp>
          <p:nvSpPr>
            <p:cNvPr id="31" name="Rounded Rectangle 30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3" name="Group 32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34" name="Oval 33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5" name="Rounded Rectangle 34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36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6964080" y="2548201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37" name="Rectangle 36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8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5AE34E9-720D-EE42-948B-40AD8D00B05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1199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2347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 b="1" i="0" baseline="0">
                <a:latin typeface="Muli" panose="02000503040000020004" pitchFamily="2" charset="0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SETS LAYOUT</a:t>
            </a:r>
          </a:p>
        </p:txBody>
      </p:sp>
      <p:sp>
        <p:nvSpPr>
          <p:cNvPr id="12" name="Rounded Rectangle 11"/>
          <p:cNvSpPr/>
          <p:nvPr userDrawn="1"/>
        </p:nvSpPr>
        <p:spPr>
          <a:xfrm>
            <a:off x="354008" y="1131589"/>
            <a:ext cx="2849840" cy="3649171"/>
          </a:xfrm>
          <a:prstGeom prst="roundRect">
            <a:avLst>
              <a:gd name="adj" fmla="val 3968"/>
            </a:avLst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lt"/>
            </a:endParaRPr>
          </a:p>
        </p:txBody>
      </p:sp>
      <p:sp>
        <p:nvSpPr>
          <p:cNvPr id="15" name="Rounded Rectangle 14"/>
          <p:cNvSpPr/>
          <p:nvPr userDrawn="1"/>
        </p:nvSpPr>
        <p:spPr>
          <a:xfrm>
            <a:off x="531932" y="1347500"/>
            <a:ext cx="108520" cy="3240473"/>
          </a:xfrm>
          <a:prstGeom prst="roundRect">
            <a:avLst>
              <a:gd name="adj" fmla="val 50000"/>
            </a:avLst>
          </a:prstGeom>
          <a:solidFill>
            <a:schemeClr val="bg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16" name="Half Frame 15"/>
          <p:cNvSpPr/>
          <p:nvPr userDrawn="1"/>
        </p:nvSpPr>
        <p:spPr>
          <a:xfrm rot="5400000">
            <a:off x="2592642" y="1238201"/>
            <a:ext cx="502331" cy="502331"/>
          </a:xfrm>
          <a:prstGeom prst="halfFrame">
            <a:avLst>
              <a:gd name="adj1" fmla="val 23728"/>
              <a:gd name="adj2" fmla="val 24642"/>
            </a:avLst>
          </a:prstGeom>
          <a:solidFill>
            <a:schemeClr val="bg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202926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flag&#10;&#10;Description automatically generated">
            <a:extLst>
              <a:ext uri="{FF2B5EF4-FFF2-40B4-BE49-F238E27FC236}">
                <a16:creationId xmlns:a16="http://schemas.microsoft.com/office/drawing/2014/main" id="{60F68C2A-4326-0249-B480-E34F62A6878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AC64DFBE-D021-44BF-84ED-0689DA97925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4563555"/>
            <a:ext cx="9143999" cy="432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Sub-title description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8088BE3-25C4-4317-8E12-7D1A9D0903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4011910"/>
            <a:ext cx="9143998" cy="540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PRESENTATION TITLE</a:t>
            </a:r>
            <a:endParaRPr lang="ko-KR" alt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6DA6C4-A7B4-1943-A96C-7E2CA31D830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195486"/>
            <a:ext cx="1440160" cy="348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7237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-15072" y="3003550"/>
            <a:ext cx="9144001" cy="2139950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755576" y="2157550"/>
            <a:ext cx="1692000" cy="1692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0" y="51471"/>
            <a:ext cx="9144000" cy="648071"/>
          </a:xfrm>
          <a:prstGeom prst="rect">
            <a:avLst/>
          </a:prstGeom>
        </p:spPr>
        <p:txBody>
          <a:bodyPr anchor="ctr"/>
          <a:lstStyle>
            <a:lvl1pPr algn="ctr"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AFCF31D-C6CE-4C4C-AE5A-2A4429FEF2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699566"/>
            <a:ext cx="9143999" cy="216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This text con be replaced with your own text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835150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bg>
      <p:bgPr>
        <a:solidFill>
          <a:srgbClr val="0044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1046842" y="807554"/>
            <a:ext cx="7050317" cy="3528392"/>
          </a:xfrm>
          <a:prstGeom prst="rect">
            <a:avLst/>
          </a:prstGeom>
          <a:noFill/>
          <a:ln w="317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1403648" y="1131590"/>
            <a:ext cx="6336704" cy="288032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제목 1"/>
          <p:cNvSpPr>
            <a:spLocks noGrp="1"/>
          </p:cNvSpPr>
          <p:nvPr>
            <p:ph type="title" hasCustomPrompt="1"/>
          </p:nvPr>
        </p:nvSpPr>
        <p:spPr>
          <a:xfrm>
            <a:off x="1043608" y="3291830"/>
            <a:ext cx="7056784" cy="533308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Thank you</a:t>
            </a:r>
            <a:endParaRPr lang="ko-KR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C7F77B-C3BA-7E4A-BB0B-0BD363CB99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5742" y="1661905"/>
            <a:ext cx="3252516" cy="1181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927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 userDrawn="1"/>
        </p:nvSpPr>
        <p:spPr>
          <a:xfrm>
            <a:off x="2699792" y="1851670"/>
            <a:ext cx="6444208" cy="1440160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0" y="0"/>
            <a:ext cx="1619671" cy="5143500"/>
          </a:xfrm>
          <a:prstGeom prst="rect">
            <a:avLst/>
          </a:prstGeom>
          <a:gradFill>
            <a:gsLst>
              <a:gs pos="42000">
                <a:srgbClr val="F6F6F6">
                  <a:lumMod val="97000"/>
                </a:srgbClr>
              </a:gs>
              <a:gs pos="0">
                <a:schemeClr val="bg1">
                  <a:lumMod val="92000"/>
                </a:schemeClr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3131840" y="2233427"/>
            <a:ext cx="5472608" cy="399981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3600" b="1" i="0" baseline="0">
                <a:solidFill>
                  <a:schemeClr val="bg1"/>
                </a:solidFill>
                <a:effectLst/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SECTION BREAK</a:t>
            </a:r>
            <a:endParaRPr lang="ko-KR" altLang="en-US" dirty="0"/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131840" y="2683835"/>
            <a:ext cx="5472608" cy="197606"/>
          </a:xfrm>
          <a:prstGeom prst="rect">
            <a:avLst/>
          </a:prstGeom>
        </p:spPr>
        <p:txBody>
          <a:bodyPr lIns="108000" anchor="ctr"/>
          <a:lstStyle>
            <a:lvl1pPr marL="0" indent="0" algn="l">
              <a:buNone/>
              <a:defRPr sz="1200" b="1" i="0" baseline="0">
                <a:solidFill>
                  <a:schemeClr val="bg1"/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Add text</a:t>
            </a:r>
            <a:endParaRPr lang="ko-KR" altLang="en-US" dirty="0"/>
          </a:p>
        </p:txBody>
      </p:sp>
      <p:cxnSp>
        <p:nvCxnSpPr>
          <p:cNvPr id="13" name="Straight Arrow Connector 12"/>
          <p:cNvCxnSpPr/>
          <p:nvPr userDrawn="1"/>
        </p:nvCxnSpPr>
        <p:spPr>
          <a:xfrm>
            <a:off x="0" y="195486"/>
            <a:ext cx="9143999" cy="0"/>
          </a:xfrm>
          <a:prstGeom prst="straightConnector1">
            <a:avLst/>
          </a:prstGeom>
          <a:ln w="12700">
            <a:solidFill>
              <a:srgbClr val="004479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ECE2D3B-A6B1-8942-89C9-AD0560A83053}"/>
              </a:ext>
            </a:extLst>
          </p:cNvPr>
          <p:cNvCxnSpPr/>
          <p:nvPr userDrawn="1"/>
        </p:nvCxnSpPr>
        <p:spPr>
          <a:xfrm>
            <a:off x="711746" y="4940462"/>
            <a:ext cx="8432254" cy="0"/>
          </a:xfrm>
          <a:prstGeom prst="straightConnector1">
            <a:avLst/>
          </a:prstGeom>
          <a:ln w="12700">
            <a:solidFill>
              <a:schemeClr val="tx2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D5777640-31D4-854E-9973-F3A6AE6F21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209" y="3853173"/>
            <a:ext cx="771074" cy="109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72877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585A1-5A93-474B-9DC1-1E060119AA18}"/>
              </a:ext>
            </a:extLst>
          </p:cNvPr>
          <p:cNvSpPr/>
          <p:nvPr userDrawn="1"/>
        </p:nvSpPr>
        <p:spPr>
          <a:xfrm>
            <a:off x="-1" y="0"/>
            <a:ext cx="4602397" cy="4323783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40F4C1C-A977-2A43-8695-ACCF7B57BE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7509" y="1037301"/>
            <a:ext cx="3810267" cy="1102519"/>
          </a:xfrm>
          <a:prstGeom prst="rect">
            <a:avLst/>
          </a:prstGeom>
        </p:spPr>
        <p:txBody>
          <a:bodyPr/>
          <a:lstStyle>
            <a:lvl1pPr algn="l">
              <a:defRPr sz="2600">
                <a:solidFill>
                  <a:schemeClr val="bg1"/>
                </a:solidFill>
                <a:latin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6233982A-8A2C-C645-B059-D1CD8B3EEA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7509" y="2333872"/>
            <a:ext cx="3810267" cy="741934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25E3FED6-8E5A-ED4A-ABF0-5591A66198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7509" y="3222395"/>
            <a:ext cx="1911675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512814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508B2A3-9F24-8A49-B79C-150D852A7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7509" y="1639051"/>
            <a:ext cx="5150653" cy="585896"/>
          </a:xfrm>
          <a:prstGeom prst="rect">
            <a:avLst/>
          </a:prstGeom>
        </p:spPr>
        <p:txBody>
          <a:bodyPr/>
          <a:lstStyle>
            <a:lvl1pPr algn="l">
              <a:defRPr sz="2600">
                <a:solidFill>
                  <a:schemeClr val="bg1"/>
                </a:solidFill>
                <a:latin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AB5A559A-05E9-8149-AD08-1077C356D1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7509" y="2336215"/>
            <a:ext cx="5150653" cy="69043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6983585-C5D5-294A-AA77-10565159EE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7509" y="3222395"/>
            <a:ext cx="1911675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45549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30D0A4-A396-4345-907B-12ABEC3DB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54928" y="843558"/>
            <a:ext cx="5984565" cy="808485"/>
          </a:xfrm>
          <a:prstGeom prst="rect">
            <a:avLst/>
          </a:prstGeom>
        </p:spPr>
        <p:txBody>
          <a:bodyPr/>
          <a:lstStyle>
            <a:lvl1pPr algn="ctr">
              <a:defRPr sz="2600">
                <a:solidFill>
                  <a:schemeClr val="bg1"/>
                </a:solidFill>
                <a:latin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39B751C-8FD9-3A40-AE76-17AB11085F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54928" y="1653811"/>
            <a:ext cx="5984565" cy="548722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F9C023E-9514-EF4E-9EB7-CD380878E0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54928" y="2227748"/>
            <a:ext cx="5984565" cy="47739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48858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DB0EBA7-6087-E741-AAE8-2E77C5D485A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512" y="1933815"/>
            <a:ext cx="6228864" cy="565928"/>
          </a:xfrm>
          <a:prstGeom prst="rect">
            <a:avLst/>
          </a:prstGeom>
        </p:spPr>
        <p:txBody>
          <a:bodyPr/>
          <a:lstStyle>
            <a:lvl1pPr algn="l">
              <a:defRPr sz="2600" b="1">
                <a:solidFill>
                  <a:schemeClr val="bg1"/>
                </a:solidFill>
                <a:latin typeface="Muli Bold"/>
                <a:cs typeface="Muli Bold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A99A8CF3-1249-E34E-9D63-4B94892A0C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587" y="1269833"/>
            <a:ext cx="6241789" cy="66398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0B30BAE-77A7-3741-A9DB-2FFC4B2CF3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4512" y="2513813"/>
            <a:ext cx="3329416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6817861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4677107-5BA3-1343-AC3A-071FB3B2DE71}"/>
              </a:ext>
            </a:extLst>
          </p:cNvPr>
          <p:cNvCxnSpPr/>
          <p:nvPr userDrawn="1"/>
        </p:nvCxnSpPr>
        <p:spPr>
          <a:xfrm>
            <a:off x="306426" y="3471944"/>
            <a:ext cx="3328204" cy="0"/>
          </a:xfrm>
          <a:prstGeom prst="line">
            <a:avLst/>
          </a:prstGeom>
          <a:ln w="1905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05D6BF13-600F-0D45-A611-2FAB7D3B2C8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426" y="1098312"/>
            <a:ext cx="3436298" cy="808485"/>
          </a:xfrm>
          <a:prstGeom prst="rect">
            <a:avLst/>
          </a:prstGeom>
        </p:spPr>
        <p:txBody>
          <a:bodyPr/>
          <a:lstStyle>
            <a:lvl1pPr algn="l">
              <a:defRPr sz="2400" b="1">
                <a:solidFill>
                  <a:schemeClr val="bg1"/>
                </a:solidFill>
                <a:latin typeface="Muli Bold"/>
                <a:cs typeface="Muli Bold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D10FA73-852E-F342-8F09-B608909F32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425" y="2310015"/>
            <a:ext cx="3436299" cy="66398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A22BC783-D62B-554F-A383-3F5D5B826E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425" y="3669822"/>
            <a:ext cx="3436299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481266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AEA728D-18D2-8D41-A4DF-4E866518A85E}"/>
              </a:ext>
            </a:extLst>
          </p:cNvPr>
          <p:cNvSpPr/>
          <p:nvPr userDrawn="1"/>
        </p:nvSpPr>
        <p:spPr>
          <a:xfrm flipV="1">
            <a:off x="0" y="-19"/>
            <a:ext cx="3923928" cy="434986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15CB35-1735-1C4C-99A6-8E8F7AA8EC09}"/>
              </a:ext>
            </a:extLst>
          </p:cNvPr>
          <p:cNvCxnSpPr/>
          <p:nvPr userDrawn="1"/>
        </p:nvCxnSpPr>
        <p:spPr>
          <a:xfrm>
            <a:off x="306426" y="3471944"/>
            <a:ext cx="3328204" cy="0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EFFDBD6F-98CF-024B-A4BC-54A40F057FB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426" y="1098312"/>
            <a:ext cx="3436298" cy="808485"/>
          </a:xfrm>
          <a:prstGeom prst="rect">
            <a:avLst/>
          </a:prstGeom>
        </p:spPr>
        <p:txBody>
          <a:bodyPr/>
          <a:lstStyle>
            <a:lvl1pPr algn="l">
              <a:defRPr sz="2400" b="1">
                <a:solidFill>
                  <a:schemeClr val="tx1"/>
                </a:solidFill>
                <a:latin typeface="Muli Bold"/>
                <a:cs typeface="Muli Bold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52F1269B-3B3D-2D41-8A7A-A8B1A9AB2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425" y="2310015"/>
            <a:ext cx="3436299" cy="66398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A2EF71A8-081E-2540-89DF-69E433DA58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425" y="3669822"/>
            <a:ext cx="3328204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881076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11b1Nov.jpg">
            <a:extLst>
              <a:ext uri="{FF2B5EF4-FFF2-40B4-BE49-F238E27FC236}">
                <a16:creationId xmlns:a16="http://schemas.microsoft.com/office/drawing/2014/main" id="{8EF68AF8-8D08-0340-B46F-24362D46A41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00" r="12679" b="2112"/>
          <a:stretch/>
        </p:blipFill>
        <p:spPr>
          <a:xfrm>
            <a:off x="0" y="944"/>
            <a:ext cx="9138809" cy="514676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808C853-0BB3-9947-BBEB-7BFC78ABE19D}"/>
              </a:ext>
            </a:extLst>
          </p:cNvPr>
          <p:cNvSpPr/>
          <p:nvPr userDrawn="1"/>
        </p:nvSpPr>
        <p:spPr>
          <a:xfrm>
            <a:off x="5190" y="0"/>
            <a:ext cx="9138809" cy="5146760"/>
          </a:xfrm>
          <a:prstGeom prst="rect">
            <a:avLst/>
          </a:prstGeom>
          <a:solidFill>
            <a:schemeClr val="tx1">
              <a:alpha val="4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F0E95AF4-05FA-3B44-A29F-7082E4250D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8995" y="1491630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F68ECA12-F47F-1442-BFFC-94B7E31A5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995" y="253657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2912840E-0F6A-ED48-9A2B-502817EB6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D4878F94-83FF-FD4D-A3B0-44FD4722D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C5725E5-DB25-CE43-B45F-6E30DE6F4A0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11" name="Right Triangle 10">
              <a:extLst>
                <a:ext uri="{FF2B5EF4-FFF2-40B4-BE49-F238E27FC236}">
                  <a16:creationId xmlns:a16="http://schemas.microsoft.com/office/drawing/2014/main" id="{91EA1AD2-8ADB-F844-AFEB-16EB56062675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0" name="Picture 19" descr="UST_L4_white.eps">
              <a:extLst>
                <a:ext uri="{FF2B5EF4-FFF2-40B4-BE49-F238E27FC236}">
                  <a16:creationId xmlns:a16="http://schemas.microsoft.com/office/drawing/2014/main" id="{6C28C5BF-2116-684C-AA1A-1790C02B8D1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1496977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36DC59AE-4F78-F44D-A5A7-A7C448441A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367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6993"/>
            <a:ext cx="9144000" cy="5143500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6CC2736E-AE69-A64F-8123-1A3604FD2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749B8322-F8DF-5E43-ADAD-58A7A8E75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79B0B36-7BC9-0F43-9A52-A0381E4EEBDB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065EF2C6-7DB6-DE4C-B591-32DC2E5EA096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075648B8-AECD-E348-ACE0-1F8792AB67D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3C86726B-2B2B-8B4D-8B54-87CEE0D4F4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FC64934D-019E-AC41-8C89-A9FF2A96A6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20464299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view of a building&#10;&#10;Description automatically generated">
            <a:extLst>
              <a:ext uri="{FF2B5EF4-FFF2-40B4-BE49-F238E27FC236}">
                <a16:creationId xmlns:a16="http://schemas.microsoft.com/office/drawing/2014/main" id="{E67D108F-86A7-C446-AD4A-B695A3C7ED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1811"/>
            <a:ext cx="9144000" cy="5143500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CEE3A202-91DF-AB45-A8A1-BCF314251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10400473-8767-B94D-8EB7-599EE42FF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E8C7B22-E921-CF43-936F-42B309B410AA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78FF5F33-80D9-3145-89B3-0F420096E09E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104AE86C-435B-2845-B895-B5356FCDBB3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DFD3AECD-05A6-6547-B188-80C751B420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9B9982FB-B2F2-8D41-B284-6E4E75CEF6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6615508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people jumping in the air&#10;&#10;Description automatically generated">
            <a:extLst>
              <a:ext uri="{FF2B5EF4-FFF2-40B4-BE49-F238E27FC236}">
                <a16:creationId xmlns:a16="http://schemas.microsoft.com/office/drawing/2014/main" id="{C41B6602-F0EC-F942-86A1-138E919612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7076"/>
            <a:ext cx="9144000" cy="5143500"/>
          </a:xfrm>
          <a:prstGeom prst="rect">
            <a:avLst/>
          </a:prstGeom>
          <a:solidFill>
            <a:schemeClr val="tx2">
              <a:lumMod val="50000"/>
              <a:alpha val="7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F0A115E2-4D28-E944-9BA0-7EB2E952D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6EE5CD10-F103-0A40-9228-F30E11051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86D0BDA-D014-B94B-A2E1-43BAAC41FC8C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EB2DCAAF-36B7-424A-A3EC-4D5EA8DBC13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B041F061-5838-064F-97E7-2AE56B1AF9B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5CFAB0CC-CDE5-5E48-BE9A-AA4292926B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8F7EFBA1-76DA-CC44-8432-3F03B60920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50108702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person, racket, ball, player&#10;&#10;Description automatically generated">
            <a:extLst>
              <a:ext uri="{FF2B5EF4-FFF2-40B4-BE49-F238E27FC236}">
                <a16:creationId xmlns:a16="http://schemas.microsoft.com/office/drawing/2014/main" id="{50F42634-ADFF-264E-A430-7F95CC013C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8870" y="7076"/>
            <a:ext cx="9144000" cy="5143500"/>
          </a:xfrm>
          <a:prstGeom prst="rect">
            <a:avLst/>
          </a:prstGeom>
          <a:solidFill>
            <a:schemeClr val="tx2">
              <a:lumMod val="50000"/>
              <a:alpha val="7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8CB9DD16-2466-8542-BFB6-2ADBBDF5F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B087631A-0F90-B848-B9EC-6A555B657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7049FAE-9338-934E-87CC-4DE07F7D1AE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DEDDBC13-C068-1D41-A6BF-DAD65608DBC3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1A030304-46EE-4F4A-AEB3-6DA604470AF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76858D4A-0B2A-584F-AA02-3FFE3DB3FB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A98F2F21-C407-A643-9493-C83B4F531D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2910653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person, holding, bat, player&#10;&#10;Description automatically generated">
            <a:extLst>
              <a:ext uri="{FF2B5EF4-FFF2-40B4-BE49-F238E27FC236}">
                <a16:creationId xmlns:a16="http://schemas.microsoft.com/office/drawing/2014/main" id="{7817304A-ED9F-8541-9343-29E2504E24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7076"/>
            <a:ext cx="9144000" cy="5143500"/>
          </a:xfrm>
          <a:prstGeom prst="rect">
            <a:avLst/>
          </a:prstGeom>
          <a:solidFill>
            <a:schemeClr val="tx2">
              <a:lumMod val="50000"/>
              <a:alpha val="7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B622739-0D2E-6B4F-A05A-523F40356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71E412BB-C810-1547-913D-130C9FAC0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573E6D9-0B61-FD4A-BDFA-DFBD0D20BC52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4D7DA320-2D70-4849-B02E-A7C230E99EB4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68D18868-51BC-5840-AA90-4182B646494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4951ACE0-3A5F-6541-AD8F-3028A08E20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054D0E50-3364-ED41-981E-81FCD3C1E3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866176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Image may contain: one or more people">
            <a:extLst>
              <a:ext uri="{FF2B5EF4-FFF2-40B4-BE49-F238E27FC236}">
                <a16:creationId xmlns:a16="http://schemas.microsoft.com/office/drawing/2014/main" id="{6375C63C-9946-D14D-90D5-59326107FF46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1393" b="3492"/>
          <a:stretch/>
        </p:blipFill>
        <p:spPr bwMode="auto">
          <a:xfrm>
            <a:off x="-1" y="-46050"/>
            <a:ext cx="9144001" cy="5188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6FEC444F-CA8F-BF44-9755-1449E0AC9B8F}"/>
              </a:ext>
            </a:extLst>
          </p:cNvPr>
          <p:cNvSpPr/>
          <p:nvPr userDrawn="1"/>
        </p:nvSpPr>
        <p:spPr>
          <a:xfrm>
            <a:off x="0" y="-46051"/>
            <a:ext cx="9144000" cy="5199076"/>
          </a:xfrm>
          <a:prstGeom prst="rect">
            <a:avLst/>
          </a:prstGeom>
          <a:solidFill>
            <a:schemeClr val="tx2">
              <a:lumMod val="75000"/>
              <a:alpha val="63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5" name="Title 1">
            <a:extLst>
              <a:ext uri="{FF2B5EF4-FFF2-40B4-BE49-F238E27FC236}">
                <a16:creationId xmlns:a16="http://schemas.microsoft.com/office/drawing/2014/main" id="{56223DC7-4EA3-D94E-8338-453FE73876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E8838F89-6D7D-4640-B59A-910F789323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7258261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blur&#10;&#10;Description automatically generated">
            <a:extLst>
              <a:ext uri="{FF2B5EF4-FFF2-40B4-BE49-F238E27FC236}">
                <a16:creationId xmlns:a16="http://schemas.microsoft.com/office/drawing/2014/main" id="{7FAC6AE5-DF22-2C4F-95E4-17F95E7F1A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14052" y="0"/>
            <a:ext cx="9144000" cy="5143500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34EEAAB-77B9-7E47-A917-01FA97351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9BCC1726-E99C-1448-BDC1-134D5CA99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6FE183C-284A-BC4B-AA2A-84429558F70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4E76588E-4C92-CE44-B603-1AED1D71E69D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B7970625-86D2-D046-BF8C-A6E36248D0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B2524100-6EAB-AC4C-81BE-2D13D054AD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4C3EA1CA-05DF-6E4C-B42F-980856DA56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49777807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standing in front of a building&#10;&#10;Description automatically generated">
            <a:extLst>
              <a:ext uri="{FF2B5EF4-FFF2-40B4-BE49-F238E27FC236}">
                <a16:creationId xmlns:a16="http://schemas.microsoft.com/office/drawing/2014/main" id="{EF8DB789-51AB-6845-9621-0A8803310B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CD3BA2C-510C-6049-A06A-206CE7A3A989}"/>
              </a:ext>
            </a:extLst>
          </p:cNvPr>
          <p:cNvSpPr/>
          <p:nvPr userDrawn="1"/>
        </p:nvSpPr>
        <p:spPr>
          <a:xfrm>
            <a:off x="-5190" y="16369"/>
            <a:ext cx="9144000" cy="5143499"/>
          </a:xfrm>
          <a:prstGeom prst="rect">
            <a:avLst/>
          </a:prstGeom>
          <a:solidFill>
            <a:schemeClr val="tx2">
              <a:lumMod val="50000"/>
              <a:alpha val="8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A3DF5EF6-C263-AD40-975B-55124E6EE5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5D53D1B9-92EC-DF47-B901-F7E6220388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99054538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ABF9BB25-BE1E-5B43-8FD2-746CBA7A2F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68E7BAD-1ACC-1B4B-970F-74C13F312704}"/>
              </a:ext>
            </a:extLst>
          </p:cNvPr>
          <p:cNvSpPr/>
          <p:nvPr userDrawn="1"/>
        </p:nvSpPr>
        <p:spPr>
          <a:xfrm>
            <a:off x="-4003" y="-55235"/>
            <a:ext cx="9144000" cy="5215248"/>
          </a:xfrm>
          <a:prstGeom prst="rect">
            <a:avLst/>
          </a:prstGeom>
          <a:solidFill>
            <a:schemeClr val="tx2">
              <a:lumMod val="50000"/>
              <a:alpha val="7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8819337A-A8EC-054C-9689-225BCAB08D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41CBF767-5184-6642-A764-A5158F42D6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1028826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sitting in a room&#10;&#10;Description automatically generated">
            <a:extLst>
              <a:ext uri="{FF2B5EF4-FFF2-40B4-BE49-F238E27FC236}">
                <a16:creationId xmlns:a16="http://schemas.microsoft.com/office/drawing/2014/main" id="{9A303F32-94D3-FD4F-86D4-65A704D23A5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7" b="5029"/>
          <a:stretch/>
        </p:blipFill>
        <p:spPr>
          <a:xfrm>
            <a:off x="-5482" y="0"/>
            <a:ext cx="9153383" cy="514255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68E7BAD-1ACC-1B4B-970F-74C13F312704}"/>
              </a:ext>
            </a:extLst>
          </p:cNvPr>
          <p:cNvSpPr/>
          <p:nvPr userDrawn="1"/>
        </p:nvSpPr>
        <p:spPr>
          <a:xfrm>
            <a:off x="0" y="0"/>
            <a:ext cx="9144000" cy="5142556"/>
          </a:xfrm>
          <a:prstGeom prst="rect">
            <a:avLst/>
          </a:prstGeom>
          <a:solidFill>
            <a:schemeClr val="tx2">
              <a:lumMod val="50000"/>
              <a:alpha val="8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8819337A-A8EC-054C-9689-225BCAB08D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41CBF767-5184-6642-A764-A5158F42D6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3579465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250D6DC-1BEE-1943-A6D0-CD7A15FA017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356" b="7828"/>
          <a:stretch/>
        </p:blipFill>
        <p:spPr>
          <a:xfrm>
            <a:off x="0" y="-27788"/>
            <a:ext cx="9144000" cy="51703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E53B1A0-F2BA-384D-9ECA-C64ADDB22D86}"/>
              </a:ext>
            </a:extLst>
          </p:cNvPr>
          <p:cNvSpPr/>
          <p:nvPr userDrawn="1"/>
        </p:nvSpPr>
        <p:spPr>
          <a:xfrm>
            <a:off x="0" y="-27788"/>
            <a:ext cx="9144000" cy="5199076"/>
          </a:xfrm>
          <a:prstGeom prst="rect">
            <a:avLst/>
          </a:prstGeom>
          <a:solidFill>
            <a:schemeClr val="tx2">
              <a:lumMod val="50000"/>
              <a:alpha val="83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A4426941-7D2F-6B4E-98A1-D82462AC4E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2419" y="636335"/>
            <a:ext cx="7772400" cy="567263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39AFD1F9-9A10-7B46-B132-46945A1432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2418" y="1496971"/>
            <a:ext cx="7772399" cy="3010194"/>
          </a:xfrm>
          <a:prstGeom prst="rect">
            <a:avLst/>
          </a:prstGeom>
        </p:spPr>
        <p:txBody>
          <a:bodyPr/>
          <a:lstStyle>
            <a:lvl1pPr marL="342900" indent="-342900" algn="l">
              <a:buFont typeface="Wingdings" pitchFamily="2" charset="2"/>
              <a:buChar char="§"/>
              <a:defRPr sz="1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24846116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D7445C6-A880-3841-8FC9-DA42364A75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5900" b="9227"/>
          <a:stretch/>
        </p:blipFill>
        <p:spPr>
          <a:xfrm>
            <a:off x="5491" y="-49559"/>
            <a:ext cx="9138509" cy="51921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00BE306F-F09F-FE4D-8B4A-890F1F60B099}"/>
              </a:ext>
            </a:extLst>
          </p:cNvPr>
          <p:cNvSpPr/>
          <p:nvPr userDrawn="1"/>
        </p:nvSpPr>
        <p:spPr>
          <a:xfrm>
            <a:off x="0" y="-49559"/>
            <a:ext cx="9144000" cy="5199076"/>
          </a:xfrm>
          <a:prstGeom prst="rect">
            <a:avLst/>
          </a:prstGeom>
          <a:solidFill>
            <a:schemeClr val="tx1">
              <a:alpha val="7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7" name="Title 1">
            <a:extLst>
              <a:ext uri="{FF2B5EF4-FFF2-40B4-BE49-F238E27FC236}">
                <a16:creationId xmlns:a16="http://schemas.microsoft.com/office/drawing/2014/main" id="{64CA5A2A-4657-984A-B130-BBA7B56193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2419" y="636335"/>
            <a:ext cx="7772400" cy="567263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63E2E080-1A76-9D44-A79E-97B85777A6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2418" y="1496971"/>
            <a:ext cx="7772399" cy="3010194"/>
          </a:xfrm>
          <a:prstGeom prst="rect">
            <a:avLst/>
          </a:prstGeom>
        </p:spPr>
        <p:txBody>
          <a:bodyPr/>
          <a:lstStyle>
            <a:lvl1pPr marL="342900" indent="-342900" algn="l">
              <a:buFont typeface="Wingdings" pitchFamily="2" charset="2"/>
              <a:buChar char="§"/>
              <a:defRPr sz="1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59008706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AF3D3-171F-3E42-9CDA-4F8F2859F6B4}"/>
              </a:ext>
            </a:extLst>
          </p:cNvPr>
          <p:cNvSpPr/>
          <p:nvPr userDrawn="1"/>
        </p:nvSpPr>
        <p:spPr>
          <a:xfrm>
            <a:off x="0" y="0"/>
            <a:ext cx="9144001" cy="51435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612A5D1-281A-E848-A223-31CCFADBB3C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274826"/>
            <a:ext cx="4560047" cy="931312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00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86F2F78-48D9-1E4B-8F08-DE2ADF02A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2456541"/>
            <a:ext cx="4560047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E0EF4CCB-E592-F04C-A508-ED6770394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8CB7435-AA36-1349-B32A-F151A9E1D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D6C8EC5-9980-4C49-9C8C-7B71D1A2393C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1" name="Right Triangle 20">
              <a:extLst>
                <a:ext uri="{FF2B5EF4-FFF2-40B4-BE49-F238E27FC236}">
                  <a16:creationId xmlns:a16="http://schemas.microsoft.com/office/drawing/2014/main" id="{F441CA85-C019-4C43-BB25-332077135117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2" name="Picture 21" descr="UST_L4_white.eps">
              <a:extLst>
                <a:ext uri="{FF2B5EF4-FFF2-40B4-BE49-F238E27FC236}">
                  <a16:creationId xmlns:a16="http://schemas.microsoft.com/office/drawing/2014/main" id="{B92E52F4-5ED6-CE4F-9288-CB5F6F34307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09065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11b1Nov.jpg">
            <a:extLst>
              <a:ext uri="{FF2B5EF4-FFF2-40B4-BE49-F238E27FC236}">
                <a16:creationId xmlns:a16="http://schemas.microsoft.com/office/drawing/2014/main" id="{123D3453-3907-5F4D-A49A-CD2D3A0894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00" b="2112"/>
          <a:stretch/>
        </p:blipFill>
        <p:spPr>
          <a:xfrm>
            <a:off x="7894" y="0"/>
            <a:ext cx="9178880" cy="4516505"/>
          </a:xfrm>
          <a:prstGeom prst="rect">
            <a:avLst/>
          </a:prstGeom>
        </p:spPr>
      </p:pic>
      <p:pic>
        <p:nvPicPr>
          <p:cNvPr id="25" name="Picture 24" descr="11b1Nov.jpg">
            <a:extLst>
              <a:ext uri="{FF2B5EF4-FFF2-40B4-BE49-F238E27FC236}">
                <a16:creationId xmlns:a16="http://schemas.microsoft.com/office/drawing/2014/main" id="{9D5117D1-D51C-1E46-A0F1-BBCE18237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00" b="2112"/>
          <a:stretch/>
        </p:blipFill>
        <p:spPr>
          <a:xfrm>
            <a:off x="4869" y="0"/>
            <a:ext cx="9178880" cy="4516505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E94F5BA1-4124-8D41-90C7-3CD2443646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7210"/>
            <a:ext cx="7772400" cy="93131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8C3D5C46-58F5-EC4A-8CAC-36429E281B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64215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D920C67E-4C7B-984B-BB5E-7BD671A3C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DF1BA13C-B853-0540-BFF8-E41C36153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2635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ettyImages-147215398_RGB300Dpi.jpg">
            <a:extLst>
              <a:ext uri="{FF2B5EF4-FFF2-40B4-BE49-F238E27FC236}">
                <a16:creationId xmlns:a16="http://schemas.microsoft.com/office/drawing/2014/main" id="{C684426E-E8BB-7141-8B61-463E7D0F5E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8" t="1447" r="1589" b="32925"/>
          <a:stretch/>
        </p:blipFill>
        <p:spPr>
          <a:xfrm>
            <a:off x="0" y="0"/>
            <a:ext cx="9144000" cy="4542692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0"/>
            <a:ext cx="9144001" cy="4542692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7AAFBBC-6648-104D-B66E-4A0698A1A1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7210"/>
            <a:ext cx="7772400" cy="93131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1F0EA80-C4F3-4245-B220-B912FC41E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64215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A8D67A4-C207-C24F-96BB-E2E0AF352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2D42369C-5CC7-F049-99A4-7F78D771E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253933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B58237C-0859-1543-B06B-F0079318471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43" r="13707"/>
          <a:stretch/>
        </p:blipFill>
        <p:spPr>
          <a:xfrm>
            <a:off x="-1" y="-12222"/>
            <a:ext cx="5212117" cy="450975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C71A761-0023-CB40-8BB8-68C6076EA929}"/>
              </a:ext>
            </a:extLst>
          </p:cNvPr>
          <p:cNvSpPr/>
          <p:nvPr userDrawn="1"/>
        </p:nvSpPr>
        <p:spPr>
          <a:xfrm flipV="1">
            <a:off x="5212116" y="-11"/>
            <a:ext cx="3931884" cy="449754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1D864D-5C29-8547-AF24-1D651CBDBE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0538" y="1032187"/>
            <a:ext cx="3309734" cy="1115368"/>
          </a:xfrm>
          <a:prstGeom prst="rect">
            <a:avLst/>
          </a:prstGeom>
        </p:spPr>
        <p:txBody>
          <a:bodyPr/>
          <a:lstStyle>
            <a:lvl1pPr algn="l">
              <a:defRPr sz="3000" b="1">
                <a:solidFill>
                  <a:schemeClr val="tx2">
                    <a:lumMod val="75000"/>
                  </a:schemeClr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FD59A6-29AB-7547-B747-D714E59FFC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0538" y="2491153"/>
            <a:ext cx="3251133" cy="91880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B80AB4A2-49F6-7F4D-90AA-59B26B5FD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4892A96-A6A9-9F4A-A856-501C3807F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05658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AF3D3-171F-3E42-9CDA-4F8F2859F6B4}"/>
              </a:ext>
            </a:extLst>
          </p:cNvPr>
          <p:cNvSpPr/>
          <p:nvPr userDrawn="1"/>
        </p:nvSpPr>
        <p:spPr>
          <a:xfrm>
            <a:off x="0" y="0"/>
            <a:ext cx="9144001" cy="4542692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612A5D1-281A-E848-A223-31CCFADBB3C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274826"/>
            <a:ext cx="4560047" cy="931312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00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86F2F78-48D9-1E4B-8F08-DE2ADF02A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2456541"/>
            <a:ext cx="4560047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E0EF4CCB-E592-F04C-A508-ED6770394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8CB7435-AA36-1349-B32A-F151A9E1D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629276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E95537A-BBCC-0740-A8FD-4CC4302042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8613"/>
            <a:ext cx="7772400" cy="1101725"/>
          </a:xfrm>
        </p:spPr>
        <p:txBody>
          <a:bodyPr>
            <a:normAutofit/>
          </a:bodyPr>
          <a:lstStyle>
            <a:lvl1pPr algn="ctr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D52D533-51A4-014E-82E2-226277F21D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5F5BB32-0A17-744A-BF98-5BB52B7DC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EC03519-51BF-2147-9FE8-9E9DDCD15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85990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4396133-E786-D64D-90E1-34A8BE0FF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483517"/>
            <a:ext cx="7859216" cy="58010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372DA36-35DB-ED43-8DD4-766A9BD93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584" y="1200150"/>
            <a:ext cx="7859216" cy="30787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645F2C3D-EEE9-054C-A1D6-3709CE201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374E3E4-449E-B044-9A5E-FAE893E4B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45863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F33E590-CD53-A043-A6D7-DE37C5FAC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2350"/>
          </a:xfrm>
        </p:spPr>
        <p:txBody>
          <a:bodyPr anchor="t">
            <a:normAutofit/>
          </a:bodyPr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D3D29B3-A120-D445-85C9-BCEDD6A9E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79638"/>
            <a:ext cx="7772400" cy="1125537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00C8ADD-D6BA-B84F-B55F-C93F7B044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3FAB9D1-88FA-2D49-93E8-40B588F43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87648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F9AA82C-D916-1344-8B22-6961870AF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367566"/>
            <a:ext cx="7859216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36CF094-E71F-F54D-AB8E-887785DD5A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27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6BA74720-C213-4D46-B73C-7A28B92056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8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9A864191-E915-7640-BB82-D74110514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4EDE831-2293-7A43-85C4-A28B6C229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97352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2872D67-C952-6C43-ADEB-A7D4A842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1" cy="584776"/>
          </a:xfrm>
        </p:spPr>
        <p:txBody>
          <a:bodyPr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C7AD202-08DE-AC4E-853E-98AF93FD1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47AF1A7-15F6-1C4D-8BA2-EC65366FE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29432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1C5104-FD4F-F64E-9297-EA1E5553C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DE1D8AA-1C22-214F-A09C-23606F088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8506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E3C500-D5CC-CB46-A7AE-B67EE6498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7"/>
          </a:xfrm>
        </p:spPr>
        <p:txBody>
          <a:bodyPr anchor="t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C12E7FB-88A5-3547-B79B-A3BBE26F05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241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70F6A954-B4C0-A14C-ABED-5AD2CD595F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741613" y="204788"/>
            <a:ext cx="5187463" cy="41132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374B676-3E5A-8440-963D-4F5BFA6FE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2A4881B-EE6D-D848-8782-B3956E641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88066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245BA94-E526-5C48-A520-05BD5B98F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3356219"/>
            <a:ext cx="5486400" cy="425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831BC04C-E61C-0C4F-BD71-606A45553E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216144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955F882-7786-7344-926D-FD42D29684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92288" y="3781669"/>
            <a:ext cx="5486400" cy="6032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83AB33A-31DC-B847-B12D-72F1AF466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D24FF64-CECB-D14F-8CE4-16D9EF783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76330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F73907CB-8704-B141-87A9-9F4D259109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13922" y="1856154"/>
            <a:ext cx="3770923" cy="439615"/>
          </a:xfrm>
          <a:prstGeom prst="rect">
            <a:avLst/>
          </a:prstGeom>
        </p:spPr>
        <p:txBody>
          <a:bodyPr/>
          <a:lstStyle>
            <a:lvl1pPr algn="l">
              <a:defRPr sz="2000">
                <a:solidFill>
                  <a:schemeClr val="bg1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74CCA59C-2B24-5740-B055-A81D5E23B2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3922" y="2348035"/>
            <a:ext cx="3770923" cy="494811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127606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D253A618-A4B0-AD44-87CB-C716EB6C7C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3155" y="1416539"/>
            <a:ext cx="5177691" cy="439615"/>
          </a:xfrm>
          <a:prstGeom prst="rect">
            <a:avLst/>
          </a:prstGeom>
        </p:spPr>
        <p:txBody>
          <a:bodyPr/>
          <a:lstStyle>
            <a:lvl1pPr algn="ctr">
              <a:defRPr sz="2000">
                <a:solidFill>
                  <a:schemeClr val="tx2">
                    <a:lumMod val="75000"/>
                  </a:schemeClr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890E5D2-9B2E-5849-9C30-1926C8901D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3155" y="1908420"/>
            <a:ext cx="5177691" cy="49481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>
                <a:solidFill>
                  <a:schemeClr val="tx2">
                    <a:lumMod val="75000"/>
                  </a:schemeClr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7517716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E95537A-BBCC-0740-A8FD-4CC4302042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8613"/>
            <a:ext cx="7772400" cy="1101725"/>
          </a:xfrm>
        </p:spPr>
        <p:txBody>
          <a:bodyPr>
            <a:normAutofit/>
          </a:bodyPr>
          <a:lstStyle>
            <a:lvl1pPr algn="ctr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D52D533-51A4-014E-82E2-226277F21D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5F5BB32-0A17-744A-BF98-5BB52B7DC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EC03519-51BF-2147-9FE8-9E9DDCD15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41848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4396133-E786-D64D-90E1-34A8BE0FF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483517"/>
            <a:ext cx="7859216" cy="58010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372DA36-35DB-ED43-8DD4-766A9BD93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584" y="1200150"/>
            <a:ext cx="7859216" cy="30787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645F2C3D-EEE9-054C-A1D6-3709CE201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374E3E4-449E-B044-9A5E-FAE893E4B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60594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F33E590-CD53-A043-A6D7-DE37C5FAC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2350"/>
          </a:xfrm>
        </p:spPr>
        <p:txBody>
          <a:bodyPr anchor="t">
            <a:normAutofit/>
          </a:bodyPr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D3D29B3-A120-D445-85C9-BCEDD6A9E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79638"/>
            <a:ext cx="7772400" cy="1125537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00C8ADD-D6BA-B84F-B55F-C93F7B044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3FAB9D1-88FA-2D49-93E8-40B588F43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89373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F9AA82C-D916-1344-8B22-6961870AF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367566"/>
            <a:ext cx="7859216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36CF094-E71F-F54D-AB8E-887785DD5A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27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6BA74720-C213-4D46-B73C-7A28B92056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8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9A864191-E915-7640-BB82-D74110514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4EDE831-2293-7A43-85C4-A28B6C229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56606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2872D67-C952-6C43-ADEB-A7D4A842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1" cy="584776"/>
          </a:xfrm>
        </p:spPr>
        <p:txBody>
          <a:bodyPr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C7AD202-08DE-AC4E-853E-98AF93FD1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47AF1A7-15F6-1C4D-8BA2-EC65366FE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35294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1C5104-FD4F-F64E-9297-EA1E5553C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DE1D8AA-1C22-214F-A09C-23606F088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88474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E3C500-D5CC-CB46-A7AE-B67EE6498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7"/>
          </a:xfrm>
        </p:spPr>
        <p:txBody>
          <a:bodyPr anchor="t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C12E7FB-88A5-3547-B79B-A3BBE26F05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241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70F6A954-B4C0-A14C-ABED-5AD2CD595F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741613" y="204788"/>
            <a:ext cx="5187463" cy="41132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374B676-3E5A-8440-963D-4F5BFA6FE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2A4881B-EE6D-D848-8782-B3956E641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795829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245BA94-E526-5C48-A520-05BD5B98F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3356219"/>
            <a:ext cx="5486400" cy="425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831BC04C-E61C-0C4F-BD71-606A45553E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216144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955F882-7786-7344-926D-FD42D29684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92288" y="3781669"/>
            <a:ext cx="5486400" cy="6032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83AB33A-31DC-B847-B12D-72F1AF466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D24FF64-CECB-D14F-8CE4-16D9EF783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5209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theme" Target="../theme/theme4.xml"/><Relationship Id="rId4" Type="http://schemas.openxmlformats.org/officeDocument/2006/relationships/image" Target="../media/image8.jpg"/><Relationship Id="rId5" Type="http://schemas.openxmlformats.org/officeDocument/2006/relationships/image" Target="../media/image9.emf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5.xml"/><Relationship Id="rId4" Type="http://schemas.openxmlformats.org/officeDocument/2006/relationships/image" Target="../media/image8.jpg"/><Relationship Id="rId5" Type="http://schemas.openxmlformats.org/officeDocument/2006/relationships/image" Target="../media/image9.emf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theme" Target="../theme/theme6.xml"/><Relationship Id="rId4" Type="http://schemas.openxmlformats.org/officeDocument/2006/relationships/image" Target="../media/image10.jpeg"/><Relationship Id="rId5" Type="http://schemas.openxmlformats.org/officeDocument/2006/relationships/image" Target="../media/image9.emf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38.xml"/><Relationship Id="rId15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slideLayout" Target="../slideLayouts/slideLayout40.xml"/><Relationship Id="rId3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2.xml"/><Relationship Id="rId5" Type="http://schemas.openxmlformats.org/officeDocument/2006/relationships/theme" Target="../theme/theme8.xml"/><Relationship Id="rId6" Type="http://schemas.openxmlformats.org/officeDocument/2006/relationships/image" Target="../media/image12.emf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5.xml"/><Relationship Id="rId4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7.xml"/><Relationship Id="rId6" Type="http://schemas.openxmlformats.org/officeDocument/2006/relationships/slideLayout" Target="../slideLayouts/slideLayout48.xml"/><Relationship Id="rId7" Type="http://schemas.openxmlformats.org/officeDocument/2006/relationships/slideLayout" Target="../slideLayouts/slideLayout49.xml"/><Relationship Id="rId8" Type="http://schemas.openxmlformats.org/officeDocument/2006/relationships/slideLayout" Target="../slideLayouts/slideLayout50.xml"/><Relationship Id="rId9" Type="http://schemas.openxmlformats.org/officeDocument/2006/relationships/theme" Target="../theme/theme9.xml"/><Relationship Id="rId10" Type="http://schemas.openxmlformats.org/officeDocument/2006/relationships/image" Target="../media/image12.emf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theme" Target="../theme/theme10.xml"/><Relationship Id="rId3" Type="http://schemas.openxmlformats.org/officeDocument/2006/relationships/image" Target="../media/image9.emf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theme" Target="../theme/theme11.xml"/><Relationship Id="rId3" Type="http://schemas.openxmlformats.org/officeDocument/2006/relationships/image" Target="../media/image26.emf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9" Type="http://schemas.openxmlformats.org/officeDocument/2006/relationships/theme" Target="../theme/theme12.xml"/><Relationship Id="rId10" Type="http://schemas.openxmlformats.org/officeDocument/2006/relationships/image" Target="../media/image22.jpeg"/><Relationship Id="rId11" Type="http://schemas.openxmlformats.org/officeDocument/2006/relationships/image" Target="../media/image1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1358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68" r:id="rId2"/>
    <p:sldLayoutId id="2147483724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01377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1" r:id="rId3"/>
    <p:sldLayoutId id="2147483670" r:id="rId4"/>
    <p:sldLayoutId id="2147483674" r:id="rId5"/>
    <p:sldLayoutId id="2147483673" r:id="rId6"/>
    <p:sldLayoutId id="2147483672" r:id="rId7"/>
    <p:sldLayoutId id="2147483675" r:id="rId8"/>
    <p:sldLayoutId id="2147483677" r:id="rId9"/>
    <p:sldLayoutId id="2147483676" r:id="rId10"/>
    <p:sldLayoutId id="2147483682" r:id="rId11"/>
    <p:sldLayoutId id="2147483694" r:id="rId12"/>
    <p:sldLayoutId id="2147483695" r:id="rId13"/>
    <p:sldLayoutId id="2147483696" r:id="rId14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9786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containing person, indoor, sitting, looking&#10;&#10;Description automatically generated">
            <a:extLst>
              <a:ext uri="{FF2B5EF4-FFF2-40B4-BE49-F238E27FC236}">
                <a16:creationId xmlns:a16="http://schemas.microsoft.com/office/drawing/2014/main" id="{9A4BF891-650E-0144-BFE9-5FC44BEE7DD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659C2CB-E4AF-C543-8C69-76AC6570E984}"/>
              </a:ext>
            </a:extLst>
          </p:cNvPr>
          <p:cNvSpPr/>
          <p:nvPr userDrawn="1"/>
        </p:nvSpPr>
        <p:spPr>
          <a:xfrm flipV="1">
            <a:off x="1" y="4335419"/>
            <a:ext cx="9143999" cy="808080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9" name="Picture 8" descr="e_UST_L3_white.eps">
            <a:extLst>
              <a:ext uri="{FF2B5EF4-FFF2-40B4-BE49-F238E27FC236}">
                <a16:creationId xmlns:a16="http://schemas.microsoft.com/office/drawing/2014/main" id="{6624E895-A3EE-E849-B1DC-35084406CAF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00" y="4512127"/>
            <a:ext cx="1765735" cy="435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51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person, indoor, sitting, looking&#10;&#10;Description automatically generated">
            <a:extLst>
              <a:ext uri="{FF2B5EF4-FFF2-40B4-BE49-F238E27FC236}">
                <a16:creationId xmlns:a16="http://schemas.microsoft.com/office/drawing/2014/main" id="{A453BA41-7822-D940-AB62-08F80E1D0F0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C9CB6DF-C119-0440-B71E-0BE775858CE1}"/>
              </a:ext>
            </a:extLst>
          </p:cNvPr>
          <p:cNvSpPr/>
          <p:nvPr userDrawn="1"/>
        </p:nvSpPr>
        <p:spPr>
          <a:xfrm flipV="1">
            <a:off x="1" y="4512127"/>
            <a:ext cx="9143999" cy="631372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9" name="Picture 8" descr="e_UST_L3_white.eps">
            <a:extLst>
              <a:ext uri="{FF2B5EF4-FFF2-40B4-BE49-F238E27FC236}">
                <a16:creationId xmlns:a16="http://schemas.microsoft.com/office/drawing/2014/main" id="{E2323653-D6E2-B14C-848F-86FD6348224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01" y="4630240"/>
            <a:ext cx="1498600" cy="36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9842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URAO-2019-CYT.jpg">
            <a:extLst>
              <a:ext uri="{FF2B5EF4-FFF2-40B4-BE49-F238E27FC236}">
                <a16:creationId xmlns:a16="http://schemas.microsoft.com/office/drawing/2014/main" id="{9AEE2D6C-5ACC-8847-BA6F-E7E79A96745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892" r="10457"/>
          <a:stretch/>
        </p:blipFill>
        <p:spPr>
          <a:xfrm>
            <a:off x="3266032" y="13509"/>
            <a:ext cx="5877968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0DA7612-36A5-6849-9270-C5FECCA6F604}"/>
              </a:ext>
            </a:extLst>
          </p:cNvPr>
          <p:cNvSpPr/>
          <p:nvPr userDrawn="1"/>
        </p:nvSpPr>
        <p:spPr>
          <a:xfrm flipV="1">
            <a:off x="3" y="-9"/>
            <a:ext cx="3931884" cy="5143499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9" name="Picture 8" descr="e_UST_L3_white.eps">
            <a:extLst>
              <a:ext uri="{FF2B5EF4-FFF2-40B4-BE49-F238E27FC236}">
                <a16:creationId xmlns:a16="http://schemas.microsoft.com/office/drawing/2014/main" id="{3FB1B892-51B6-6447-939A-D37A1424F61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377" y="4589713"/>
            <a:ext cx="1498600" cy="36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916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80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30" r:id="rId3"/>
    <p:sldLayoutId id="2147483731" r:id="rId4"/>
    <p:sldLayoutId id="2147483732" r:id="rId5"/>
    <p:sldLayoutId id="2147483733" r:id="rId6"/>
    <p:sldLayoutId id="2147483737" r:id="rId7"/>
    <p:sldLayoutId id="2147483734" r:id="rId8"/>
    <p:sldLayoutId id="2147483735" r:id="rId9"/>
    <p:sldLayoutId id="2147483736" r:id="rId10"/>
    <p:sldLayoutId id="2147483740" r:id="rId11"/>
    <p:sldLayoutId id="2147483738" r:id="rId12"/>
    <p:sldLayoutId id="2147483739" r:id="rId13"/>
    <p:sldLayoutId id="2147483710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D6C9B5A-ECA8-A84F-ACB6-C97AFAFA1635}"/>
              </a:ext>
            </a:extLst>
          </p:cNvPr>
          <p:cNvSpPr/>
          <p:nvPr userDrawn="1"/>
        </p:nvSpPr>
        <p:spPr>
          <a:xfrm flipV="1">
            <a:off x="1" y="4512127"/>
            <a:ext cx="9143999" cy="631372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11" name="Picture 10" descr="UST_L4_white.eps">
            <a:extLst>
              <a:ext uri="{FF2B5EF4-FFF2-40B4-BE49-F238E27FC236}">
                <a16:creationId xmlns:a16="http://schemas.microsoft.com/office/drawing/2014/main" id="{8873749A-B8A9-BC45-BD6D-05A3721158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6298"/>
          <a:stretch/>
        </p:blipFill>
        <p:spPr>
          <a:xfrm>
            <a:off x="235019" y="4620199"/>
            <a:ext cx="298575" cy="402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181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96C42176-D1ED-C944-B011-D07E19E33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2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29FBED7-6343-4E4B-84AF-5BDD1E2B9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418" y="1200150"/>
            <a:ext cx="7854382" cy="3078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84CCD94-D764-BD4F-9FB8-D56F2491CF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78D6DDC3-0AD5-384E-A938-96ED2F5627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tx1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F4F2D74-0618-A04C-8831-2A7AAEC70D6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15" name="Right Triangle 14">
              <a:extLst>
                <a:ext uri="{FF2B5EF4-FFF2-40B4-BE49-F238E27FC236}">
                  <a16:creationId xmlns:a16="http://schemas.microsoft.com/office/drawing/2014/main" id="{31F73104-166D-224B-9EEC-3847B3D6B9C8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Picture 15" descr="UST_L4_white.eps">
              <a:extLst>
                <a:ext uri="{FF2B5EF4-FFF2-40B4-BE49-F238E27FC236}">
                  <a16:creationId xmlns:a16="http://schemas.microsoft.com/office/drawing/2014/main" id="{A05E7277-7BDF-0B4C-B075-3FB8BAAB401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09252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rgbClr val="004479"/>
          </a:solidFill>
          <a:latin typeface="Muli" panose="02000503040000020004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F82B8E3-5EF2-7944-B3BF-9022305D476A}"/>
              </a:ext>
            </a:extLst>
          </p:cNvPr>
          <p:cNvSpPr/>
          <p:nvPr userDrawn="1"/>
        </p:nvSpPr>
        <p:spPr>
          <a:xfrm flipV="1">
            <a:off x="0" y="0"/>
            <a:ext cx="9143999" cy="51435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8" name="Picture 7" descr="e_UST_L3_white.eps">
            <a:extLst>
              <a:ext uri="{FF2B5EF4-FFF2-40B4-BE49-F238E27FC236}">
                <a16:creationId xmlns:a16="http://schemas.microsoft.com/office/drawing/2014/main" id="{9A1F1F75-6918-2F4C-A1CD-CB2C99E7289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057" y="2070924"/>
            <a:ext cx="1765735" cy="435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081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e_UST4C_C3_blue.eps">
            <a:extLst>
              <a:ext uri="{FF2B5EF4-FFF2-40B4-BE49-F238E27FC236}">
                <a16:creationId xmlns:a16="http://schemas.microsoft.com/office/drawing/2014/main" id="{69C049E9-4288-374F-83BC-4AAE5653562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5195" y="3556001"/>
            <a:ext cx="1653610" cy="1227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771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B559400F-7630-5C49-A9A5-A61F89ED5F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356" b="7828"/>
          <a:stretch/>
        </p:blipFill>
        <p:spPr>
          <a:xfrm>
            <a:off x="0" y="-27788"/>
            <a:ext cx="9144000" cy="517034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726EAF8-B1AF-D443-8765-AE884C7BCB11}"/>
              </a:ext>
            </a:extLst>
          </p:cNvPr>
          <p:cNvSpPr/>
          <p:nvPr userDrawn="1"/>
        </p:nvSpPr>
        <p:spPr>
          <a:xfrm>
            <a:off x="0" y="-27788"/>
            <a:ext cx="9144000" cy="5199076"/>
          </a:xfrm>
          <a:prstGeom prst="rect">
            <a:avLst/>
          </a:prstGeom>
          <a:solidFill>
            <a:schemeClr val="tx2">
              <a:lumMod val="50000"/>
              <a:alpha val="83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6A219-9834-DD41-9ED0-C9D93384325B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4" name="Right Triangle 23">
              <a:extLst>
                <a:ext uri="{FF2B5EF4-FFF2-40B4-BE49-F238E27FC236}">
                  <a16:creationId xmlns:a16="http://schemas.microsoft.com/office/drawing/2014/main" id="{D7B799BB-3776-CE46-82A9-8A39C737E253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5" name="Picture 24" descr="UST_L4_white.eps">
              <a:extLst>
                <a:ext uri="{FF2B5EF4-FFF2-40B4-BE49-F238E27FC236}">
                  <a16:creationId xmlns:a16="http://schemas.microsoft.com/office/drawing/2014/main" id="{C17D4FCC-F59A-E845-BFA3-0970A3E08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96C42176-D1ED-C944-B011-D07E19E33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2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29FBED7-6343-4E4B-84AF-5BDD1E2B9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418" y="1200150"/>
            <a:ext cx="7854382" cy="3078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84CCD94-D764-BD4F-9FB8-D56F2491CF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78D6DDC3-0AD5-384E-A938-96ED2F5627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bg1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981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44" r:id="rId3"/>
    <p:sldLayoutId id="2147483745" r:id="rId4"/>
    <p:sldLayoutId id="2147483746" r:id="rId5"/>
    <p:sldLayoutId id="2147483747" r:id="rId6"/>
    <p:sldLayoutId id="2147483748" r:id="rId7"/>
    <p:sldLayoutId id="2147483749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chemeClr val="bg1"/>
          </a:solidFill>
          <a:latin typeface="Muli" panose="02000503040000020004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27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2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3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3.jpg"/><Relationship Id="rId5" Type="http://schemas.openxmlformats.org/officeDocument/2006/relationships/image" Target="../media/image34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Relationship Id="rId4" Type="http://schemas.openxmlformats.org/officeDocument/2006/relationships/image" Target="../media/image41.jpg"/><Relationship Id="rId5" Type="http://schemas.openxmlformats.org/officeDocument/2006/relationships/image" Target="../media/image4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3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4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9.png"/><Relationship Id="rId3" Type="http://schemas.openxmlformats.org/officeDocument/2006/relationships/image" Target="../media/image50.jpg"/><Relationship Id="rId4" Type="http://schemas.openxmlformats.org/officeDocument/2006/relationships/image" Target="../media/image5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</p:spPr>
        <p:txBody>
          <a:bodyPr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1" dirty="0">
                <a:cs typeface="Arial" pitchFamily="34" charset="0"/>
              </a:rPr>
              <a:t>Human–Robot Handover</a:t>
            </a:r>
          </a:p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dirty="0"/>
              <a:t>Created by: Tong Ren     Date: 2026.11.17</a:t>
            </a:r>
            <a:r>
              <a:rPr lang="en-US" altLang="ko-KR" b="1" dirty="0">
                <a:cs typeface="Arial" pitchFamily="34" charset="0"/>
              </a:rPr>
              <a:t/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sz="3200" dirty="0"/>
              <a:t>CourseProject</a:t>
            </a:r>
            <a:r>
              <a:rPr lang="en-US" altLang="ko-KR" sz="3200" dirty="0">
                <a:ea typeface="맑은 고딕" pitchFamily="50" charset="-127"/>
              </a:rPr>
              <a:t/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802877164"/>
      </p:ext>
    </p:extLst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i="0">
                <a:latin typeface="Muli ExtraBold"/>
                <a:ea typeface="Muli ExtraBold"/>
                <a:cs typeface="Muli ExtraBold"/>
              </a:rPr>
              <a:t>Reinforcement Learning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0" i="0">
                <a:latin typeface="Muli"/>
                <a:ea typeface="Muli"/>
                <a:cs typeface="Muli"/>
              </a:rPr>
              <a:t>Part 1 of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E353FB-D8B8-1646-B472-F6FC98AE092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wrap="square"/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A chain of decisions.</a:t>
            </a:r>
            <a:endParaRPr lang="en-US"/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See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8 cameras around the car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Act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steer, accelerate, brake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Goal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arrive safely and smoothly</a:t>
            </a:r>
          </a:p>
          <a:p>
            <a:pPr>
              <a:spcBef>
                <a:spcPts val="1600"/>
              </a:spcBef>
            </a:pPr>
            <a:r>
              <a:rPr sz="1200" b="0" i="1">
                <a:solidFill>
                  <a:srgbClr val="6B6B6B"/>
                </a:solidFill>
                <a:latin typeface="Muli"/>
                <a:ea typeface="Muli"/>
                <a:cs typeface="Muli"/>
              </a:rPr>
              <a:t>Learned mostly from human driving video. Can it get better than its teachers?</a:t>
            </a:r>
          </a:p>
        </p:txBody>
      </p:sp>
      <p:pic>
        <p:nvPicPr>
          <p:cNvPr id="4" name="Picture Placeholder 3" descr="tesla_autopilot_model_x.jp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2706" r="2706"/>
          <a:stretch>
            <a:fillRect/>
          </a:stretch>
        </p:blipFill>
        <p:spPr/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FB3CC46-4FE6-ED43-A7FE-9C79AAC48AE3}"/>
              </a:ext>
            </a:extLst>
          </p:cNvPr>
          <p:cNvSpPr txBox="1"/>
          <p:nvPr/>
        </p:nvSpPr>
        <p:spPr>
          <a:xfrm>
            <a:off x="457200" y="20478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Tesla Autopilot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3</a:t>
            </a:fld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457200" y="3611880"/>
            <a:ext cx="3008313" cy="384048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uli ExtraBold"/>
                <a:ea typeface="Muli ExtraBold"/>
                <a:cs typeface="Muli ExtraBold"/>
              </a:rPr>
              <a:t>Partially observed: cameras miss things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1613" y="4354576"/>
            <a:ext cx="51874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Autopilot engaged in a Model X. Photo: Isnoop, CC BY-SA 4.0, Wikimedia Commons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E353FB-D8B8-1646-B472-F6FC98AE092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wrap="square"/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Beat Lee Sedol 4–1.</a:t>
            </a:r>
            <a:endParaRPr lang="en-US"/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See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the whole board, nothing hidden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Act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where to place the next stone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Reward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+1 win, −1 loss, at the end</a:t>
            </a:r>
          </a:p>
          <a:p>
            <a:pPr>
              <a:spcBef>
                <a:spcPts val="1600"/>
              </a:spcBef>
            </a:pPr>
            <a:r>
              <a:rPr sz="1200" b="0" i="1">
                <a:solidFill>
                  <a:srgbClr val="6B6B6B"/>
                </a:solidFill>
                <a:latin typeface="Muli"/>
                <a:ea typeface="Muli"/>
                <a:cs typeface="Muli"/>
              </a:rPr>
              <a:t>Started from human games, then improved by playing against itself.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B3CC46-4FE6-ED43-A7FE-9C79AAC48AE3}"/>
              </a:ext>
            </a:extLst>
          </p:cNvPr>
          <p:cNvSpPr txBox="1"/>
          <p:nvPr/>
        </p:nvSpPr>
        <p:spPr>
          <a:xfrm>
            <a:off x="457200" y="20478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AlphaGo, 2016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4</a:t>
            </a:fld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457200" y="3611880"/>
            <a:ext cx="3008313" cy="384048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uli ExtraBold"/>
                <a:ea typeface="Muli ExtraBold"/>
                <a:cs typeface="Muli ExtraBold"/>
              </a:rPr>
              <a:t>Fully observed: the board is the state</a:t>
            </a:r>
          </a:p>
        </p:txBody>
      </p:sp>
      <p:pic>
        <p:nvPicPr>
          <p:cNvPr id="8" name="Picture 7" descr="alphago_lee_sedol_game1.png"/>
          <p:cNvPicPr>
            <a:picLocks noChangeAspect="1"/>
          </p:cNvPicPr>
          <p:nvPr/>
        </p:nvPicPr>
        <p:blipFill>
          <a:blip r:embed="rId2"/>
          <a:srcRect b="6000"/>
          <a:stretch>
            <a:fillRect/>
          </a:stretch>
        </p:blipFill>
        <p:spPr>
          <a:xfrm>
            <a:off x="4246470" y="204788"/>
            <a:ext cx="4177749" cy="41132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41613" y="4354576"/>
            <a:ext cx="51874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Lee Sedol (black) vs AlphaGo (white), Game 1. Diagram: Wesalius, CC BY-SA 4.0, Wikimedia Commons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5</a:t>
            </a:fld>
            <a:endParaRPr lang="en-US"/>
          </a:p>
        </p:txBody>
      </p:sp>
      <p:pic>
        <p:nvPicPr>
          <p:cNvPr id="7" name="Picture 6" descr="lec4_termin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872" y="54864"/>
            <a:ext cx="7128256" cy="40096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4261104"/>
            <a:ext cx="66568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Sergey Levine, CS 285: Deep Reinforcement Learning, UC Berkeley, Lecture 4.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6</a:t>
            </a:fld>
            <a:endParaRPr lang="en-US"/>
          </a:p>
        </p:txBody>
      </p:sp>
      <p:pic>
        <p:nvPicPr>
          <p:cNvPr id="7" name="Picture 6" descr="lec4_re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872" y="54864"/>
            <a:ext cx="7128256" cy="40096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4261104"/>
            <a:ext cx="66568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Sergey Levine, CS 285: Deep Reinforcement Learning, UC Berkeley, Lecture 4.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7</a:t>
            </a:fld>
            <a:endParaRPr lang="en-US"/>
          </a:p>
        </p:txBody>
      </p:sp>
      <p:pic>
        <p:nvPicPr>
          <p:cNvPr id="7" name="Picture 6" descr="markov_decision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9" y="109728"/>
            <a:ext cx="3977639" cy="318012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01769" y="3326426"/>
            <a:ext cx="397763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Markov decision process. Diagram: waldoalvarez, CC BY-SA 4.0, Wikimedia Commons</a:t>
            </a:r>
          </a:p>
        </p:txBody>
      </p:sp>
      <p:pic>
        <p:nvPicPr>
          <p:cNvPr id="9" name="Picture 8" descr="lec4_mdp_def_t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415568"/>
            <a:ext cx="4800601" cy="34619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94560" y="4261104"/>
            <a:ext cx="66568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Sergey Levine, CS 285: Deep Reinforcement Learning, UC Berkeley, Lecture 4.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B22A12B2-4D0D-9643-88C6-CD7D6B3A7850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Algorithm families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800600" y="621792"/>
            <a:ext cx="3977639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Bold names are used in this course.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70432"/>
          <a:ext cx="8412479" cy="2907790"/>
        </p:xfrm>
        <a:graphic>
          <a:graphicData uri="http://schemas.openxmlformats.org/drawingml/2006/table">
            <a:tbl>
              <a:tblPr firstRow="1" bandRow="1"/>
              <a:tblGrid>
                <a:gridCol w="1554480"/>
                <a:gridCol w="3977639"/>
                <a:gridCol w="2880360"/>
              </a:tblGrid>
              <a:tr h="290779"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</a:rPr>
                        <a:t>Axis</a:t>
                      </a:r>
                    </a:p>
                  </a:txBody>
                  <a:tcPr anchor="ctr" marL="73152" marR="54864" marT="18288" marB="18288">
                    <a:solidFill>
                      <a:srgbClr val="003366"/>
                    </a:solidFill>
                    <a:lnL w="6350" cap="flat" cmpd="sng" algn="ctr">
                      <a:solidFill>
                        <a:srgbClr val="003366"/>
                      </a:solidFill>
                      <a:prstDash val="solid"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</a:lnT>
                    <a:lnB w="6350" cap="flat" cmpd="sng" algn="ctr">
                      <a:solidFill>
                        <a:srgbClr val="003366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</a:rPr>
                        <a:t>Type</a:t>
                      </a:r>
                    </a:p>
                  </a:txBody>
                  <a:tcPr anchor="ctr" marL="73152" marR="54864" marT="18288" marB="18288">
                    <a:solidFill>
                      <a:srgbClr val="003366"/>
                    </a:solidFill>
                    <a:lnL w="6350" cap="flat" cmpd="sng" algn="ctr">
                      <a:solidFill>
                        <a:srgbClr val="003366"/>
                      </a:solidFill>
                      <a:prstDash val="solid"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</a:lnT>
                    <a:lnB w="6350" cap="flat" cmpd="sng" algn="ctr">
                      <a:solidFill>
                        <a:srgbClr val="003366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</a:rPr>
                        <a:t>Representative algorithms</a:t>
                      </a:r>
                    </a:p>
                  </a:txBody>
                  <a:tcPr anchor="ctr" marL="73152" marR="54864" marT="18288" marB="18288">
                    <a:solidFill>
                      <a:srgbClr val="003366"/>
                    </a:solidFill>
                    <a:lnL w="6350" cap="flat" cmpd="sng" algn="ctr">
                      <a:solidFill>
                        <a:srgbClr val="003366"/>
                      </a:solidFill>
                      <a:prstDash val="solid"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</a:lnT>
                    <a:lnB w="6350" cap="flat" cmpd="sng" algn="ctr">
                      <a:solidFill>
                        <a:srgbClr val="003366"/>
                      </a:solidFill>
                      <a:prstDash val="solid"/>
                    </a:lnB>
                  </a:tcPr>
                </a:tc>
              </a:tr>
              <a:tr h="290779">
                <a:tc rowSpan="2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Model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Model-based. Plan with a known or learned model.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MPC, PETS, MuZero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Model-free. Learn from samples only.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DQN,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rowSpan="3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What is learned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Value-based. Learn Q or V only.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Q-learning, DQN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Policy-based. Learn the policy only.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REINFORCE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Actor-critic. Learn a policy and a value together.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A2C,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DDPG,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rowSpan="2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Data reuse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On-policy. Use only the current policy's data.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REINFORCE, A2C, TRPO,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Off-policy. Reuse past data from a replay buffer.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DQN, DDPG,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rowSpan="2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Policy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Stochastic. One state can yield different actions.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A2C,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Deterministic. One state maps to one action.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DDPG,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2DDB52FD-79AB-A144-A796-BDD07D11E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483518"/>
            <a:ext cx="8424936" cy="857250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Muli ExtraBold" panose="00000900000000000000" pitchFamily="2" charset="0"/>
              </a:rPr>
              <a:t>Four ideas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64960F-C3A8-034D-B4A7-14A061793B19}"/>
              </a:ext>
            </a:extLst>
          </p:cNvPr>
          <p:cNvSpPr txBox="1"/>
          <p:nvPr/>
        </p:nvSpPr>
        <p:spPr>
          <a:xfrm>
            <a:off x="242555" y="1789758"/>
            <a:ext cx="20534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On-policy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Current policy only. PPO.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3E9BE7-189D-6647-925F-A5593F33E580}"/>
              </a:ext>
            </a:extLst>
          </p:cNvPr>
          <p:cNvSpPr/>
          <p:nvPr/>
        </p:nvSpPr>
        <p:spPr>
          <a:xfrm>
            <a:off x="6768175" y="1789758"/>
            <a:ext cx="2314654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Exploit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Use the best policy.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  <a:p>
            <a:endParaRPr lang="en-US" sz="1200" dirty="0">
              <a:solidFill>
                <a:schemeClr val="bg1"/>
              </a:solidFill>
              <a:latin typeface="Muli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9C3F46-D157-6147-871A-72A45E5DD66C}"/>
              </a:ext>
            </a:extLst>
          </p:cNvPr>
          <p:cNvSpPr txBox="1"/>
          <p:nvPr/>
        </p:nvSpPr>
        <p:spPr>
          <a:xfrm>
            <a:off x="4464050" y="1789758"/>
            <a:ext cx="22429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Explore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Entropy bonus in SAC.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13B975-A3D2-754B-9D1D-9E3E6DB1AB73}"/>
              </a:ext>
            </a:extLst>
          </p:cNvPr>
          <p:cNvSpPr txBox="1"/>
          <p:nvPr/>
        </p:nvSpPr>
        <p:spPr>
          <a:xfrm>
            <a:off x="2482983" y="1789758"/>
            <a:ext cx="1851244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Off-policy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Replay buffer. SAC and TD3.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025118-C076-4C4F-B76F-7E1C0F824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EF433-2C52-1A4D-B0C0-BA2DC8040AA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sz="2000" b="1" i="0">
                <a:latin typeface="Muli ExtraBold"/>
                <a:ea typeface="Muli ExtraBold"/>
                <a:cs typeface="Muli ExtraBold"/>
              </a:rPr>
              <a:t>PPO</a:t>
            </a:r>
            <a:endParaRPr lang="en-US"/>
          </a:p>
          <a:p>
            <a:r>
              <a:rPr sz="1600" b="0" i="0">
                <a:latin typeface="Muli"/>
                <a:ea typeface="Muli"/>
                <a:cs typeface="Muli"/>
              </a:rPr>
              <a:t>On-policy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Fresh data each update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Stable, easy default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Notebook exercise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605358-5030-004A-AE0D-06DF7796DE0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sz="2000" b="1" i="0">
                <a:latin typeface="Muli ExtraBold"/>
                <a:ea typeface="Muli ExtraBold"/>
                <a:cs typeface="Muli ExtraBold"/>
              </a:rPr>
              <a:t>SAC  (and TD3)</a:t>
            </a:r>
            <a:endParaRPr lang="en-US"/>
          </a:p>
          <a:p>
            <a:r>
              <a:rPr sz="1600" b="0" i="0">
                <a:latin typeface="Muli"/>
                <a:ea typeface="Muli"/>
                <a:cs typeface="Muli"/>
              </a:rPr>
              <a:t>Off-policy, replay buffer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Strong on continuous control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We train handover with SAC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TD3: deterministic actor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F93476-80A9-9244-B83A-0F2F65894A49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AC7145-7D79-CE41-9840-7E9BCB931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B22A12B2-4D0D-9643-88C6-CD7D6B3A7850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How we train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1A34CD-49C3-7249-8283-CA48F9533506}"/>
              </a:ext>
            </a:extLst>
          </p:cNvPr>
          <p:cNvSpPr txBox="1"/>
          <p:nvPr/>
        </p:nvSpPr>
        <p:spPr>
          <a:xfrm>
            <a:off x="832419" y="1496971"/>
            <a:ext cx="6616131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SB3: SAC("MlpPolicy", env).learn(…).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Test with predict(obs, deterministic=True).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Handover setup: learning_starts 1000.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Entropy coefficient ent_coef = 0.005.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B22A12B2-4D0D-9643-88C6-CD7D6B3A7850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Check the run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1A34CD-49C3-7249-8283-CA48F9533506}"/>
              </a:ext>
            </a:extLst>
          </p:cNvPr>
          <p:cNvSpPr txBox="1"/>
          <p:nvPr/>
        </p:nvSpPr>
        <p:spPr>
          <a:xfrm>
            <a:off x="832419" y="1496971"/>
            <a:ext cx="6616131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The same reward can fail on another seed.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Save checkpoints and read the learning curve.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Evaluate in simulation before the live demo.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Notebook Part 6 is this loop on our env.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i="0">
                <a:latin typeface="Muli ExtraBold"/>
                <a:ea typeface="Muli ExtraBold"/>
                <a:cs typeface="Muli ExtraBold"/>
              </a:rPr>
              <a:t>Simulation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0" i="0">
                <a:latin typeface="Muli"/>
                <a:ea typeface="Muli"/>
                <a:cs typeface="Muli"/>
              </a:rPr>
              <a:t>Part 2 of 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14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Why simulation?</a:t>
            </a:r>
          </a:p>
        </p:txBody>
      </p:sp>
      <p:pic>
        <p:nvPicPr>
          <p:cNvPr id="4" name="atlas_fai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47472" y="841248"/>
            <a:ext cx="4096512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3236976"/>
            <a:ext cx="4096512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Example 1: testing a controller on an expensive robot without knowing if it will crash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3950208"/>
            <a:ext cx="40965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Boston Dynamics, Farewell to HD Atlas, YouTube, 2024.</a:t>
            </a:r>
          </a:p>
        </p:txBody>
      </p:sp>
      <p:pic>
        <p:nvPicPr>
          <p:cNvPr id="7" name="Picture 6" descr="dactyl_han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841248"/>
            <a:ext cx="4096512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681728" y="3236976"/>
            <a:ext cx="4096512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Example 2: an RL policy that needed about 13,000 years of experience in simulation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1728" y="3950208"/>
            <a:ext cx="40965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OpenAI Dactyl, Rubik's Cube, 2019. Photo: Shadow Hand, CC BY-SA 3.0.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Framework after Kaifeng Zhang, COMS4733 Lecture 13, Columbia University.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15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What simulation offers</a:t>
            </a:r>
          </a:p>
        </p:txBody>
      </p:sp>
      <p:pic>
        <p:nvPicPr>
          <p:cNvPr id="4" name="Picture 3" descr="nv_wareho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841248"/>
            <a:ext cx="4096512" cy="1417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2258568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Bridging design and reality</a:t>
            </a:r>
          </a:p>
        </p:txBody>
      </p:sp>
      <p:pic>
        <p:nvPicPr>
          <p:cNvPr id="6" name="Picture 5" descr="nv_frank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728" y="841248"/>
            <a:ext cx="4096512" cy="1417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81728" y="2258568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Safe and repeatable testing</a:t>
            </a:r>
          </a:p>
        </p:txBody>
      </p:sp>
      <p:pic>
        <p:nvPicPr>
          <p:cNvPr id="8" name="Picture 7" descr="nv_sca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2697480"/>
            <a:ext cx="4096512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7472" y="4114800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Scalability</a:t>
            </a:r>
          </a:p>
        </p:txBody>
      </p:sp>
      <p:pic>
        <p:nvPicPr>
          <p:cNvPr id="10" name="Picture 9" descr="nv_trut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2697480"/>
            <a:ext cx="4096512" cy="1417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1728" y="4114800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Access to ground truth 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4370832"/>
            <a:ext cx="8412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Images: NVIDIA Isaac Sim, Isaac Gym, and Factory. NVIDIA Technical Blog.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16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Robotic simulation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Classical control verification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Study the performance, stability, and robustness of control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Data generation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Generating large datasets for robot policy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Evaluation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Benchmark algorithms under controlled, repeatable conditions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42900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Design and prototyping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Rapidly test robot morphology, sensor placement, or gripper designs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17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Components of a simulator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" y="868680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941832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Physics Engine</a:t>
            </a:r>
          </a:p>
        </p:txBody>
      </p:sp>
      <p:pic>
        <p:nvPicPr>
          <p:cNvPr id="6" name="Picture 5" descr="comp_phys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44168"/>
            <a:ext cx="1554480" cy="1078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21408" y="1344168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Rigid, articulated, deformable, …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Speed: CPU/GPU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Accuracy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45152" y="868680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941832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Renderer</a:t>
            </a:r>
          </a:p>
        </p:txBody>
      </p:sp>
      <p:pic>
        <p:nvPicPr>
          <p:cNvPr id="10" name="Picture 9" descr="comp_render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1344168"/>
            <a:ext cx="1554480" cy="10789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73952" y="1344168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Method: rasterization, path tracing, …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Lighting, texture, …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Speed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" y="2724912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98064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Sensor Simulation</a:t>
            </a:r>
          </a:p>
        </p:txBody>
      </p:sp>
      <p:pic>
        <p:nvPicPr>
          <p:cNvPr id="14" name="Picture 13" descr="comp_senso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00400"/>
            <a:ext cx="1554480" cy="1078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21408" y="3200400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RGB camera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Depth/LiDAR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Robot states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Tactile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45152" y="2724912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82312" y="2798064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User Interface</a:t>
            </a:r>
          </a:p>
        </p:txBody>
      </p:sp>
      <p:pic>
        <p:nvPicPr>
          <p:cNvPr id="18" name="Picture 17" descr="comp_u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9744" y="3200400"/>
            <a:ext cx="1554480" cy="10789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73952" y="3200400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Scene setup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API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Policy training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4526280"/>
            <a:ext cx="75895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Images: MuJoCo documentation (Google DeepMind); robosuite documentation.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18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The step()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04672"/>
            <a:ext cx="82296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Update the simulation state from  t  to  t + Δt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Physics step: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Detecting collision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Solving physics (resolve collision, evolve dynamics)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Time integration</a:t>
            </a:r>
          </a:p>
        </p:txBody>
      </p:sp>
      <p:pic>
        <p:nvPicPr>
          <p:cNvPr id="5" name="Picture 4" descr="ner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29968"/>
            <a:ext cx="786384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7472" y="4443984"/>
            <a:ext cx="76809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Xu, J., Heiden, E., Akinola, I., Fox, D., Macklin, M., and Narang, Y. Neural Robot Dynamics. arXiv:2508.15755, 2025. Fig. 2(a).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19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The render()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60120"/>
            <a:ext cx="420624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Get rendering and other sensor readings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Rendering step: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Sending simulation states to the renderer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Run rendering algorithm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Update viewer (if interactive)</a:t>
            </a:r>
          </a:p>
        </p:txBody>
      </p:sp>
      <p:pic>
        <p:nvPicPr>
          <p:cNvPr id="5" name="Picture 4" descr="render_hand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051560"/>
            <a:ext cx="4023360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3566160"/>
            <a:ext cx="40233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robosuite TwoArmHandover. robosuite documentation.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20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Major robotic simulators</a:t>
            </a:r>
          </a:p>
        </p:txBody>
      </p:sp>
      <p:pic>
        <p:nvPicPr>
          <p:cNvPr id="4" name="Picture 3" descr="mujo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4023360" cy="1005840"/>
          </a:xfrm>
          <a:prstGeom prst="rect">
            <a:avLst/>
          </a:prstGeom>
        </p:spPr>
      </p:pic>
      <p:pic>
        <p:nvPicPr>
          <p:cNvPr id="5" name="Picture 4" descr="isa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042415"/>
            <a:ext cx="4023360" cy="1207008"/>
          </a:xfrm>
          <a:prstGeom prst="rect">
            <a:avLst/>
          </a:prstGeom>
        </p:spPr>
      </p:pic>
      <p:pic>
        <p:nvPicPr>
          <p:cNvPr id="6" name="Picture 5" descr="sapi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722" y="2651760"/>
            <a:ext cx="3673435" cy="1554480"/>
          </a:xfrm>
          <a:prstGeom prst="rect">
            <a:avLst/>
          </a:prstGeom>
        </p:spPr>
      </p:pic>
      <p:pic>
        <p:nvPicPr>
          <p:cNvPr id="7" name="Picture 6" descr="gene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2907856"/>
            <a:ext cx="4023360" cy="10422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47472" y="4370832"/>
            <a:ext cx="7863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Logos: MuJoCo (Google DeepMind); NVIDIA Isaac Lab; SAPIEN (UCSD); Genesis.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21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MuJoCo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804672"/>
            <a:ext cx="4297680" cy="3611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Multi-Joint dynamics with Contact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 physics engine for robotics, biomechanics, and machine learning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Written at the University of Washington, 2012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      Todorov, Erez, and Tassa, IROS 2012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Sold as Roboti LLC, then acquired by DeepMind in 2021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Open-sourced in 2022 under Apache 2.0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Physics engine: MuJoCo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Rendering: rasterization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804672"/>
            <a:ext cx="4023360" cy="3611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Strengths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Fast CPU physics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Smooth contact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Light interface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Weaknesses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Limited rendering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Single thread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MJX / MJWarp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Multi-thread, GPU acceleration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4443984"/>
            <a:ext cx="76809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Wikipedia, “MuJoCo.” Todorov, Erez, and Tassa, IROS 2012.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22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Other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804672"/>
            <a:ext cx="20116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OpenAI Gym  /</a:t>
            </a:r>
          </a:p>
        </p:txBody>
      </p:sp>
      <p:pic>
        <p:nvPicPr>
          <p:cNvPr id="5" name="Picture 4" descr="gymnas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889" y="804672"/>
            <a:ext cx="17145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1298448"/>
            <a:ext cx="416052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An API standard for reinforcement learning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Core: Step function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Policy rollout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Env stepping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Obtain observation and reward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Also: Render, Make, Reset</a:t>
            </a:r>
          </a:p>
        </p:txBody>
      </p:sp>
      <p:pic>
        <p:nvPicPr>
          <p:cNvPr id="7" name="Picture 6" descr="gym_env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786384"/>
            <a:ext cx="4114800" cy="1536192"/>
          </a:xfrm>
          <a:prstGeom prst="rect">
            <a:avLst/>
          </a:prstGeom>
        </p:spPr>
      </p:pic>
      <p:pic>
        <p:nvPicPr>
          <p:cNvPr id="8" name="Picture 7" descr="gym_lo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3679" y="2377440"/>
            <a:ext cx="2394321" cy="2103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63440" y="4517136"/>
            <a:ext cx="41148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Gymnasium, Farama Foundation. Environment stills from Gymnasium documentation.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i="0">
                <a:latin typeface="Muli ExtraBold"/>
                <a:ea typeface="Muli ExtraBold"/>
                <a:cs typeface="Muli ExtraBold"/>
              </a:rPr>
              <a:t>Course project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0" i="0">
                <a:latin typeface="Muli"/>
                <a:ea typeface="Muli"/>
                <a:cs typeface="Muli"/>
              </a:rPr>
              <a:t>Part 3 of 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24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Set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749808"/>
            <a:ext cx="4114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03366"/>
                </a:solidFill>
                <a:latin typeface="Muli"/>
                <a:ea typeface="Muli"/>
                <a:cs typeface="Muli"/>
              </a:rPr>
              <a:t>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042415"/>
            <a:ext cx="411480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macOS or Linux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8 GB RAM, a few GB of disk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GPU optional; CPU is enough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to open the notebook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749808"/>
            <a:ext cx="4114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03366"/>
                </a:solidFill>
                <a:latin typeface="Muli"/>
                <a:ea typeface="Muli"/>
                <a:cs typeface="Muli"/>
              </a:rPr>
              <a:t>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042415"/>
            <a:ext cx="411480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Conda, Python 3.10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Local robosuite 1.5.2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Gymnasium, Stable-Baselines3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Jupyter, imageio, matplotlib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2395728"/>
            <a:ext cx="8394192" cy="20299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5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523744"/>
            <a:ext cx="8046720" cy="1783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git clone https://github.com/RentonRen/CourseProj.git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cd CourseProj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conda create -n cien4258 python=3.10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conda activate cien4258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pip install -r mujoco/robosuite/requirements.txt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pip install gymnasium stable-baselines3 imageio matplotlib jupyter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jupyter notebook hri_handover_tutorial.ipynb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Notebook: hri_handover_tutorial.ipynb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25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The environment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804672"/>
            <a:ext cx="4892040" cy="3611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5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4663440" cy="3429000"/>
          </a:xfrm>
          <a:prstGeom prst="rect">
            <a:avLst/>
          </a:prstGeom>
          <a:noFill/>
        </p:spPr>
        <p:txBody>
          <a:bodyPr wrap="none" anchor="t"/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env = suite.make(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env_name="HumanRobotHandover",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robots="XArm7Handover",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has_renderer=False,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has_offscreen_renderer=True,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use_camera_obs=True,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horizon=300,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control_freq=20,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reward_shaping=False,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initialization_noise=None,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seed=0,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hard_reset=False,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env.start_holding = True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841248"/>
            <a:ext cx="3383280" cy="3611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One XArm7, hammer in hand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20 Hz, 300 steps, 15 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Headless images in memory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Cameras on for the tour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Sparse reward at first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seed=0, held start pose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Later: cameras off,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reward_shaping=True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Notebook: hri_handover_tutorial.ipynb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A26B28D1-AE82-6440-B2E0-58C24FE95A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dirty="0"/>
              <a:t>Thank you!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A9B2EA-9EFD-C14B-A5B9-D71CC7B35E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3922" y="2499742"/>
            <a:ext cx="3770923" cy="494811"/>
          </a:xfrm>
        </p:spPr>
        <p:txBody>
          <a:bodyPr/>
          <a:lstStyle/>
          <a:p>
            <a:r>
              <a:rPr lang="en-US" dirty="0"/>
              <a:t>For further information: xx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6406F8F1-B0E8-CF4B-863B-810D3AD640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3155" y="1563638"/>
            <a:ext cx="5177691" cy="1152128"/>
          </a:xfrm>
        </p:spPr>
        <p:txBody>
          <a:bodyPr/>
          <a:lstStyle/>
          <a:p>
            <a:r>
              <a:rPr lang="en-US" sz="4800" b="1" dirty="0">
                <a:latin typeface="Muli Black" panose="02000503040000020004" pitchFamily="2" charset="0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Custom 4 1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3DA9D5"/>
      </a:accent1>
      <a:accent2>
        <a:srgbClr val="3DA9D5"/>
      </a:accent2>
      <a:accent3>
        <a:srgbClr val="3DA9D5"/>
      </a:accent3>
      <a:accent4>
        <a:srgbClr val="3DA9D5"/>
      </a:accent4>
      <a:accent5>
        <a:srgbClr val="3DA9D5"/>
      </a:accent5>
      <a:accent6>
        <a:srgbClr val="3DA9D5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tents Slide Master">
  <a:themeElements>
    <a:clrScheme name="ALLPPT-COLOR-A0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DD2D9"/>
      </a:accent1>
      <a:accent2>
        <a:srgbClr val="0DD2D9"/>
      </a:accent2>
      <a:accent3>
        <a:srgbClr val="0DD2D9"/>
      </a:accent3>
      <a:accent4>
        <a:srgbClr val="0DD2D9"/>
      </a:accent4>
      <a:accent5>
        <a:srgbClr val="0DD2D9"/>
      </a:accent5>
      <a:accent6>
        <a:srgbClr val="0DD2D9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DD2D9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3.xml><?xml version="1.0" encoding="utf-8"?>
<a:theme xmlns:a="http://schemas.openxmlformats.org/drawingml/2006/main" name="Section Break Slide Master">
  <a:themeElements>
    <a:clrScheme name="ALLPPT-COLOR-A0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DD2D9"/>
      </a:accent1>
      <a:accent2>
        <a:srgbClr val="0DD2D9"/>
      </a:accent2>
      <a:accent3>
        <a:srgbClr val="0DD2D9"/>
      </a:accent3>
      <a:accent4>
        <a:srgbClr val="0DD2D9"/>
      </a:accent4>
      <a:accent5>
        <a:srgbClr val="0DD2D9"/>
      </a:accent5>
      <a:accent6>
        <a:srgbClr val="0DD2D9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DD2D9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4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2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3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7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4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5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6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8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4037</TotalTime>
  <Words>445</Words>
  <Application>Microsoft Macintosh PowerPoint</Application>
  <PresentationFormat>On-screen Show (16:9)</PresentationFormat>
  <Paragraphs>68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12</vt:i4>
      </vt:variant>
      <vt:variant>
        <vt:lpstr>Slide Titles</vt:lpstr>
      </vt:variant>
      <vt:variant>
        <vt:i4>17</vt:i4>
      </vt:variant>
    </vt:vector>
  </HeadingPairs>
  <TitlesOfParts>
    <vt:vector size="38" baseType="lpstr">
      <vt:lpstr>맑은 고딕</vt:lpstr>
      <vt:lpstr>Muli Black</vt:lpstr>
      <vt:lpstr>Muli ExtraBold</vt:lpstr>
      <vt:lpstr>Arial</vt:lpstr>
      <vt:lpstr>Calibri</vt:lpstr>
      <vt:lpstr>Muli</vt:lpstr>
      <vt:lpstr>Muli Bold</vt:lpstr>
      <vt:lpstr>Muli Light</vt:lpstr>
      <vt:lpstr>Wingdings</vt:lpstr>
      <vt:lpstr>Cover and End Slide Master</vt:lpstr>
      <vt:lpstr>Contents Slide Master</vt:lpstr>
      <vt:lpstr>Section Break Slide Master</vt:lpstr>
      <vt:lpstr>Custom Design</vt:lpstr>
      <vt:lpstr>1_Custom Design</vt:lpstr>
      <vt:lpstr>2_Custom Design</vt:lpstr>
      <vt:lpstr>3_Custom Design</vt:lpstr>
      <vt:lpstr>7_Custom Design</vt:lpstr>
      <vt:lpstr>4_Custom Design</vt:lpstr>
      <vt:lpstr>5_Custom Design</vt:lpstr>
      <vt:lpstr>6_Custom Design</vt:lpstr>
      <vt:lpstr>8_Custom Design</vt:lpstr>
      <vt:lpstr>Cover Style 01 PRESENTATION TITLE</vt:lpstr>
      <vt:lpstr>Cover Style 02 PRESENTATION TITLE</vt:lpstr>
      <vt:lpstr>PowerPoint Presentation</vt:lpstr>
      <vt:lpstr>PowerPoint Presentation</vt:lpstr>
      <vt:lpstr>PowerPoint Presentation</vt:lpstr>
      <vt:lpstr>PowerPoint Presentation</vt:lpstr>
      <vt:lpstr>Add title</vt:lpstr>
      <vt:lpstr>PowerPoint Presentation</vt:lpstr>
      <vt:lpstr>PowerPoint Presentation</vt:lpstr>
      <vt:lpstr>Add title</vt:lpstr>
      <vt:lpstr>PowerPoint Presentation</vt:lpstr>
      <vt:lpstr>PowerPoint Presentation</vt:lpstr>
      <vt:lpstr>Add title</vt:lpstr>
      <vt:lpstr>Add title</vt:lpstr>
      <vt:lpstr>Add title</vt:lpstr>
      <vt:lpstr>Thank you!</vt:lpstr>
      <vt:lpstr>Q &amp; A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googleslidesppt.com;allppt.com</dc:creator>
  <cp:lastModifiedBy>Gareth K K LAI</cp:lastModifiedBy>
  <cp:revision>207</cp:revision>
  <dcterms:created xsi:type="dcterms:W3CDTF">2016-11-07T07:00:36Z</dcterms:created>
  <dcterms:modified xsi:type="dcterms:W3CDTF">2020-05-05T02:51:07Z</dcterms:modified>
</cp:coreProperties>
</file>